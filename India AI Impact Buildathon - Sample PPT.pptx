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Noto Sans"/>
      <p:regular r:id="rId16"/>
      <p:bold r:id="rId17"/>
      <p:italic r:id="rId18"/>
      <p:boldItalic r:id="rId19"/>
    </p:embeddedFont>
    <p:embeddedFont>
      <p:font typeface="DM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76C08F-4A02-4C6B-86B1-9F829C6E8700}">
  <a:tblStyle styleId="{2676C08F-4A02-4C6B-86B1-9F829C6E870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regular.fntdata"/><Relationship Id="rId11" Type="http://schemas.openxmlformats.org/officeDocument/2006/relationships/slide" Target="slides/slide5.xml"/><Relationship Id="rId22" Type="http://schemas.openxmlformats.org/officeDocument/2006/relationships/font" Target="fonts/DMSans-italic.fntdata"/><Relationship Id="rId10" Type="http://schemas.openxmlformats.org/officeDocument/2006/relationships/slide" Target="slides/slide4.xml"/><Relationship Id="rId21" Type="http://schemas.openxmlformats.org/officeDocument/2006/relationships/font" Target="fonts/DMSans-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DM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NotoSans-bold.fntdata"/><Relationship Id="rId16" Type="http://schemas.openxmlformats.org/officeDocument/2006/relationships/font" Target="fonts/NotoSans-regular.fntdata"/><Relationship Id="rId5" Type="http://schemas.openxmlformats.org/officeDocument/2006/relationships/slideMaster" Target="slideMasters/slideMaster1.xml"/><Relationship Id="rId19" Type="http://schemas.openxmlformats.org/officeDocument/2006/relationships/font" Target="fonts/NotoSans-boldItalic.fntdata"/><Relationship Id="rId6" Type="http://schemas.openxmlformats.org/officeDocument/2006/relationships/notesMaster" Target="notesMasters/notesMaster1.xml"/><Relationship Id="rId18" Type="http://schemas.openxmlformats.org/officeDocument/2006/relationships/font" Target="fonts/NotoSans-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d87fbd2d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g3bd87fbd2d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bd87fbd2d1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 name="Google Shape;61;g3bd87fbd2d1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d87fbd2d1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g3bd87fbd2d1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d87fbd2d1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g3bd87fbd2d1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d87fbd2d1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g3bd87fbd2d1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d87fbd2d1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g3bd87fbd2d1_0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bd87fbd2d1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3bd87fbd2d1_0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d87fbd2d1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g3bd87fbd2d1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bd87fbd2d1_0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g3bd87fbd2d1_0_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14.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3.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5.pn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4.png"/><Relationship Id="rId7"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0" r="0" t="0"/>
          <a:stretch/>
        </p:blipFill>
        <p:spPr>
          <a:xfrm>
            <a:off x="900" y="-10211"/>
            <a:ext cx="9180307" cy="5163926"/>
          </a:xfrm>
          <a:prstGeom prst="rect">
            <a:avLst/>
          </a:prstGeom>
          <a:noFill/>
          <a:ln cap="flat" cmpd="sng" w="19050">
            <a:solidFill>
              <a:srgbClr val="000000"/>
            </a:solidFill>
            <a:prstDash val="solid"/>
            <a:round/>
            <a:headEnd len="sm" w="sm" type="none"/>
            <a:tailEnd len="sm" w="sm" type="none"/>
          </a:ln>
        </p:spPr>
      </p:pic>
      <p:sp>
        <p:nvSpPr>
          <p:cNvPr id="55" name="Google Shape;55;p13"/>
          <p:cNvSpPr txBox="1"/>
          <p:nvPr/>
        </p:nvSpPr>
        <p:spPr>
          <a:xfrm>
            <a:off x="4988196" y="2035836"/>
            <a:ext cx="3470100" cy="107700"/>
          </a:xfrm>
          <a:prstGeom prst="rect">
            <a:avLst/>
          </a:prstGeom>
          <a:noFill/>
          <a:ln>
            <a:noFill/>
          </a:ln>
        </p:spPr>
        <p:txBody>
          <a:bodyPr anchorCtr="0" anchor="t" bIns="0" lIns="0" spcFirstLastPara="1" rIns="0" wrap="square" tIns="0">
            <a:spAutoFit/>
          </a:bodyPr>
          <a:lstStyle/>
          <a:p>
            <a:pPr indent="0" lvl="0" marL="0" marR="0" rtl="0" algn="l">
              <a:lnSpc>
                <a:spcPct val="139989"/>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pic>
        <p:nvPicPr>
          <p:cNvPr id="56" name="Google Shape;56;p13"/>
          <p:cNvPicPr preferRelativeResize="0"/>
          <p:nvPr/>
        </p:nvPicPr>
        <p:blipFill rotWithShape="1">
          <a:blip r:embed="rId4">
            <a:alphaModFix/>
          </a:blip>
          <a:srcRect b="0" l="0" r="0" t="0"/>
          <a:stretch/>
        </p:blipFill>
        <p:spPr>
          <a:xfrm>
            <a:off x="3014425" y="413525"/>
            <a:ext cx="3153249" cy="1771825"/>
          </a:xfrm>
          <a:prstGeom prst="rect">
            <a:avLst/>
          </a:prstGeom>
          <a:noFill/>
          <a:ln>
            <a:noFill/>
          </a:ln>
        </p:spPr>
      </p:pic>
      <p:cxnSp>
        <p:nvCxnSpPr>
          <p:cNvPr id="57" name="Google Shape;57;p13"/>
          <p:cNvCxnSpPr/>
          <p:nvPr/>
        </p:nvCxnSpPr>
        <p:spPr>
          <a:xfrm flipH="1" rot="10800000">
            <a:off x="889925" y="3234188"/>
            <a:ext cx="7261800" cy="36300"/>
          </a:xfrm>
          <a:prstGeom prst="straightConnector1">
            <a:avLst/>
          </a:prstGeom>
          <a:noFill/>
          <a:ln cap="flat" cmpd="sng" w="19050">
            <a:solidFill>
              <a:schemeClr val="lt1"/>
            </a:solidFill>
            <a:prstDash val="solid"/>
            <a:round/>
            <a:headEnd len="sm" w="sm" type="none"/>
            <a:tailEnd len="sm" w="sm" type="none"/>
          </a:ln>
        </p:spPr>
      </p:cxnSp>
      <p:sp>
        <p:nvSpPr>
          <p:cNvPr id="58" name="Google Shape;58;p13"/>
          <p:cNvSpPr txBox="1"/>
          <p:nvPr/>
        </p:nvSpPr>
        <p:spPr>
          <a:xfrm>
            <a:off x="889925" y="3496075"/>
            <a:ext cx="7261800" cy="631200"/>
          </a:xfrm>
          <a:prstGeom prst="rect">
            <a:avLst/>
          </a:prstGeom>
          <a:noFill/>
          <a:ln>
            <a:noFill/>
          </a:ln>
        </p:spPr>
        <p:txBody>
          <a:bodyPr anchorCtr="0" anchor="t" bIns="91425" lIns="91425" spcFirstLastPara="1" rIns="91425" wrap="square" tIns="91425">
            <a:spAutoFit/>
          </a:bodyPr>
          <a:lstStyle/>
          <a:p>
            <a:pPr indent="0" lvl="0" marL="0" rtl="0" algn="ctr">
              <a:lnSpc>
                <a:spcPct val="140013"/>
              </a:lnSpc>
              <a:spcBef>
                <a:spcPts val="0"/>
              </a:spcBef>
              <a:spcAft>
                <a:spcPts val="0"/>
              </a:spcAft>
              <a:buNone/>
            </a:pPr>
            <a:r>
              <a:rPr b="1" lang="en" sz="2900">
                <a:solidFill>
                  <a:schemeClr val="lt1"/>
                </a:solidFill>
                <a:latin typeface="DM Sans"/>
                <a:ea typeface="DM Sans"/>
                <a:cs typeface="DM Sans"/>
                <a:sym typeface="DM Sans"/>
              </a:rPr>
              <a:t>INDIA AI IMPACT BUILDATHON </a:t>
            </a:r>
            <a:endParaRPr sz="13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4"/>
          <p:cNvPicPr preferRelativeResize="0"/>
          <p:nvPr/>
        </p:nvPicPr>
        <p:blipFill rotWithShape="1">
          <a:blip r:embed="rId3">
            <a:alphaModFix amt="9000"/>
          </a:blip>
          <a:srcRect b="15956" l="6445" r="49706" t="29152"/>
          <a:stretch/>
        </p:blipFill>
        <p:spPr>
          <a:xfrm rot="10429865">
            <a:off x="-93152" y="1656729"/>
            <a:ext cx="3372251" cy="4055972"/>
          </a:xfrm>
          <a:prstGeom prst="rect">
            <a:avLst/>
          </a:prstGeom>
          <a:noFill/>
          <a:ln>
            <a:noFill/>
          </a:ln>
        </p:spPr>
      </p:pic>
      <p:pic>
        <p:nvPicPr>
          <p:cNvPr id="64" name="Google Shape;64;p14"/>
          <p:cNvPicPr preferRelativeResize="0"/>
          <p:nvPr/>
        </p:nvPicPr>
        <p:blipFill rotWithShape="1">
          <a:blip r:embed="rId3">
            <a:alphaModFix amt="26000"/>
          </a:blip>
          <a:srcRect b="15957" l="6448" r="48800" t="20895"/>
          <a:stretch/>
        </p:blipFill>
        <p:spPr>
          <a:xfrm rot="5400000">
            <a:off x="5415079" y="1217503"/>
            <a:ext cx="3180485" cy="4311931"/>
          </a:xfrm>
          <a:prstGeom prst="rect">
            <a:avLst/>
          </a:prstGeom>
          <a:noFill/>
          <a:ln>
            <a:noFill/>
          </a:ln>
        </p:spPr>
      </p:pic>
      <p:pic>
        <p:nvPicPr>
          <p:cNvPr id="65" name="Google Shape;65;p14"/>
          <p:cNvPicPr preferRelativeResize="0"/>
          <p:nvPr/>
        </p:nvPicPr>
        <p:blipFill rotWithShape="1">
          <a:blip r:embed="rId3">
            <a:alphaModFix amt="26000"/>
          </a:blip>
          <a:srcRect b="15957" l="6448" r="48800" t="20895"/>
          <a:stretch/>
        </p:blipFill>
        <p:spPr>
          <a:xfrm rot="-3046969">
            <a:off x="3419923" y="-1937251"/>
            <a:ext cx="3441612" cy="4665955"/>
          </a:xfrm>
          <a:prstGeom prst="rect">
            <a:avLst/>
          </a:prstGeom>
          <a:noFill/>
          <a:ln>
            <a:noFill/>
          </a:ln>
        </p:spPr>
      </p:pic>
      <p:sp>
        <p:nvSpPr>
          <p:cNvPr id="66" name="Google Shape;66;p14"/>
          <p:cNvSpPr txBox="1"/>
          <p:nvPr/>
        </p:nvSpPr>
        <p:spPr>
          <a:xfrm>
            <a:off x="692375" y="3142725"/>
            <a:ext cx="2107200" cy="261600"/>
          </a:xfrm>
          <a:prstGeom prst="rect">
            <a:avLst/>
          </a:prstGeom>
          <a:solidFill>
            <a:srgbClr val="E047D3"/>
          </a:solidFill>
          <a:ln>
            <a:noFill/>
          </a:ln>
        </p:spPr>
        <p:txBody>
          <a:bodyPr anchorCtr="0" anchor="t" bIns="0" lIns="0" spcFirstLastPara="1" rIns="0" wrap="square" tIns="0">
            <a:spAutoFit/>
          </a:bodyPr>
          <a:lstStyle/>
          <a:p>
            <a:pPr indent="0" lvl="0" marL="0" marR="0" rtl="0" algn="ctr">
              <a:lnSpc>
                <a:spcPct val="171018"/>
              </a:lnSpc>
              <a:spcBef>
                <a:spcPts val="0"/>
              </a:spcBef>
              <a:spcAft>
                <a:spcPts val="0"/>
              </a:spcAft>
              <a:buClr>
                <a:srgbClr val="000000"/>
              </a:buClr>
              <a:buSzPts val="1700"/>
              <a:buFont typeface="Arial"/>
              <a:buNone/>
            </a:pPr>
            <a:r>
              <a:rPr b="0" i="0" lang="en" sz="1700" u="none" cap="none" strike="noStrike">
                <a:solidFill>
                  <a:srgbClr val="FFFFFF"/>
                </a:solidFill>
                <a:latin typeface="Noto Sans"/>
                <a:ea typeface="Noto Sans"/>
                <a:cs typeface="Noto Sans"/>
                <a:sym typeface="Noto Sans"/>
              </a:rPr>
              <a:t>gjhghjgjhg</a:t>
            </a:r>
            <a:endParaRPr b="0" i="0" sz="700" u="none" cap="none" strike="noStrike">
              <a:solidFill>
                <a:srgbClr val="000000"/>
              </a:solidFill>
              <a:latin typeface="Arial"/>
              <a:ea typeface="Arial"/>
              <a:cs typeface="Arial"/>
              <a:sym typeface="Arial"/>
            </a:endParaRPr>
          </a:p>
        </p:txBody>
      </p:sp>
      <p:sp>
        <p:nvSpPr>
          <p:cNvPr id="67" name="Google Shape;67;p14"/>
          <p:cNvSpPr txBox="1"/>
          <p:nvPr/>
        </p:nvSpPr>
        <p:spPr>
          <a:xfrm>
            <a:off x="7501862" y="161632"/>
            <a:ext cx="1647300" cy="184800"/>
          </a:xfrm>
          <a:prstGeom prst="rect">
            <a:avLst/>
          </a:prstGeom>
          <a:noFill/>
          <a:ln>
            <a:noFill/>
          </a:ln>
        </p:spPr>
        <p:txBody>
          <a:bodyPr anchorCtr="0" anchor="t" bIns="0" lIns="0" spcFirstLastPara="1" rIns="0" wrap="square" tIns="0">
            <a:spAutoFit/>
          </a:bodyPr>
          <a:lstStyle/>
          <a:p>
            <a:pPr indent="0" lvl="0" marL="0" marR="0" rtl="0" algn="ctr">
              <a:lnSpc>
                <a:spcPct val="170987"/>
              </a:lnSpc>
              <a:spcBef>
                <a:spcPts val="0"/>
              </a:spcBef>
              <a:spcAft>
                <a:spcPts val="0"/>
              </a:spcAft>
              <a:buClr>
                <a:srgbClr val="000000"/>
              </a:buClr>
              <a:buSzPts val="1200"/>
              <a:buFont typeface="Arial"/>
              <a:buNone/>
            </a:pPr>
            <a:r>
              <a:rPr b="0" i="0" lang="en" sz="1200" u="none" cap="none" strike="noStrike">
                <a:solidFill>
                  <a:srgbClr val="3F348A"/>
                </a:solidFill>
                <a:latin typeface="Noto Sans"/>
                <a:ea typeface="Noto Sans"/>
                <a:cs typeface="Noto Sans"/>
                <a:sym typeface="Noto Sans"/>
              </a:rPr>
              <a:t>[Your Logo Here]</a:t>
            </a:r>
            <a:endParaRPr b="0" i="0" sz="700" u="none" cap="none" strike="noStrike">
              <a:solidFill>
                <a:srgbClr val="000000"/>
              </a:solidFill>
              <a:latin typeface="Arial"/>
              <a:ea typeface="Arial"/>
              <a:cs typeface="Arial"/>
              <a:sym typeface="Arial"/>
            </a:endParaRPr>
          </a:p>
        </p:txBody>
      </p:sp>
      <p:grpSp>
        <p:nvGrpSpPr>
          <p:cNvPr id="68" name="Google Shape;68;p14"/>
          <p:cNvGrpSpPr/>
          <p:nvPr/>
        </p:nvGrpSpPr>
        <p:grpSpPr>
          <a:xfrm>
            <a:off x="-608" y="4963708"/>
            <a:ext cx="9150250" cy="197571"/>
            <a:chOff x="-9601202" y="5296585"/>
            <a:chExt cx="18481619" cy="395143"/>
          </a:xfrm>
        </p:grpSpPr>
        <p:pic>
          <p:nvPicPr>
            <p:cNvPr id="69" name="Google Shape;69;p14"/>
            <p:cNvPicPr preferRelativeResize="0"/>
            <p:nvPr/>
          </p:nvPicPr>
          <p:blipFill rotWithShape="1">
            <a:blip r:embed="rId4">
              <a:alphaModFix/>
            </a:blip>
            <a:srcRect b="0" l="1857" r="95783" t="0"/>
            <a:stretch/>
          </p:blipFill>
          <p:spPr>
            <a:xfrm rot="5400000">
              <a:off x="-5086036" y="781418"/>
              <a:ext cx="395141" cy="9425473"/>
            </a:xfrm>
            <a:prstGeom prst="rect">
              <a:avLst/>
            </a:prstGeom>
            <a:noFill/>
            <a:ln>
              <a:noFill/>
            </a:ln>
          </p:spPr>
        </p:pic>
        <p:pic>
          <p:nvPicPr>
            <p:cNvPr id="70" name="Google Shape;70;p14"/>
            <p:cNvPicPr preferRelativeResize="0"/>
            <p:nvPr/>
          </p:nvPicPr>
          <p:blipFill rotWithShape="1">
            <a:blip r:embed="rId4">
              <a:alphaModFix/>
            </a:blip>
            <a:srcRect b="0" l="92964" r="4675" t="0"/>
            <a:stretch/>
          </p:blipFill>
          <p:spPr>
            <a:xfrm rot="5400000">
              <a:off x="4066910" y="878219"/>
              <a:ext cx="395141" cy="9231875"/>
            </a:xfrm>
            <a:prstGeom prst="rect">
              <a:avLst/>
            </a:prstGeom>
            <a:noFill/>
            <a:ln>
              <a:noFill/>
            </a:ln>
          </p:spPr>
        </p:pic>
      </p:grpSp>
      <p:pic>
        <p:nvPicPr>
          <p:cNvPr id="71" name="Google Shape;71;p14"/>
          <p:cNvPicPr preferRelativeResize="0"/>
          <p:nvPr/>
        </p:nvPicPr>
        <p:blipFill rotWithShape="1">
          <a:blip r:embed="rId5">
            <a:alphaModFix/>
          </a:blip>
          <a:srcRect b="0" l="0" r="0" t="0"/>
          <a:stretch/>
        </p:blipFill>
        <p:spPr>
          <a:xfrm>
            <a:off x="1148550" y="355776"/>
            <a:ext cx="4490487" cy="2523226"/>
          </a:xfrm>
          <a:prstGeom prst="rect">
            <a:avLst/>
          </a:prstGeom>
          <a:noFill/>
          <a:ln>
            <a:noFill/>
          </a:ln>
        </p:spPr>
      </p:pic>
      <p:sp>
        <p:nvSpPr>
          <p:cNvPr id="72" name="Google Shape;72;p14"/>
          <p:cNvSpPr txBox="1"/>
          <p:nvPr/>
        </p:nvSpPr>
        <p:spPr>
          <a:xfrm>
            <a:off x="426826" y="3880419"/>
            <a:ext cx="7815900" cy="667500"/>
          </a:xfrm>
          <a:prstGeom prst="rect">
            <a:avLst/>
          </a:prstGeom>
          <a:noFill/>
          <a:ln>
            <a:noFill/>
          </a:ln>
        </p:spPr>
        <p:txBody>
          <a:bodyPr anchorCtr="0" anchor="t" bIns="0" lIns="0" spcFirstLastPara="1" rIns="0" wrap="square" tIns="0">
            <a:spAutoFit/>
          </a:bodyPr>
          <a:lstStyle/>
          <a:p>
            <a:pPr indent="-177800" lvl="1" marL="342900" marR="0" rtl="0" algn="l">
              <a:lnSpc>
                <a:spcPct val="170994"/>
              </a:lnSpc>
              <a:spcBef>
                <a:spcPts val="0"/>
              </a:spcBef>
              <a:spcAft>
                <a:spcPts val="0"/>
              </a:spcAft>
              <a:buClr>
                <a:srgbClr val="3E3582"/>
              </a:buClr>
              <a:buSzPts val="1600"/>
              <a:buFont typeface="Arial"/>
              <a:buChar char="•"/>
            </a:pPr>
            <a:r>
              <a:rPr b="1" i="0" lang="en" sz="1600" u="none" cap="none" strike="noStrike">
                <a:solidFill>
                  <a:srgbClr val="3E3582"/>
                </a:solidFill>
                <a:latin typeface="DM Sans"/>
                <a:ea typeface="DM Sans"/>
                <a:cs typeface="DM Sans"/>
                <a:sym typeface="DM Sans"/>
              </a:rPr>
              <a:t>Lorem Ipsum is simply dummy text.</a:t>
            </a:r>
            <a:endParaRPr b="1" i="0" sz="700" u="none" cap="none" strike="noStrike">
              <a:solidFill>
                <a:srgbClr val="000000"/>
              </a:solidFill>
              <a:latin typeface="Arial"/>
              <a:ea typeface="Arial"/>
              <a:cs typeface="Arial"/>
              <a:sym typeface="Arial"/>
            </a:endParaRPr>
          </a:p>
          <a:p>
            <a:pPr indent="-177800" lvl="1" marL="342900" marR="0" rtl="0" algn="l">
              <a:lnSpc>
                <a:spcPct val="170994"/>
              </a:lnSpc>
              <a:spcBef>
                <a:spcPts val="0"/>
              </a:spcBef>
              <a:spcAft>
                <a:spcPts val="0"/>
              </a:spcAft>
              <a:buClr>
                <a:srgbClr val="3E3582"/>
              </a:buClr>
              <a:buSzPts val="1600"/>
              <a:buFont typeface="Arial"/>
              <a:buChar char="•"/>
            </a:pPr>
            <a:r>
              <a:rPr b="1" i="0" lang="en" sz="1600" u="none" cap="none" strike="noStrike">
                <a:solidFill>
                  <a:srgbClr val="3E3582"/>
                </a:solidFill>
                <a:latin typeface="DM Sans"/>
                <a:ea typeface="DM Sans"/>
                <a:cs typeface="DM Sans"/>
                <a:sym typeface="DM Sans"/>
              </a:rPr>
              <a:t>Lorem Ipsum is simply dummy text of the printing and typesetting industry. </a:t>
            </a:r>
            <a:endParaRPr b="1" i="0" sz="700" u="none" cap="none" strike="noStrike">
              <a:solidFill>
                <a:srgbClr val="000000"/>
              </a:solidFill>
              <a:latin typeface="Arial"/>
              <a:ea typeface="Arial"/>
              <a:cs typeface="Arial"/>
              <a:sym typeface="Arial"/>
            </a:endParaRPr>
          </a:p>
        </p:txBody>
      </p:sp>
      <p:pic>
        <p:nvPicPr>
          <p:cNvPr id="73" name="Google Shape;73;p14" title="Group 1 (2).png"/>
          <p:cNvPicPr preferRelativeResize="0"/>
          <p:nvPr/>
        </p:nvPicPr>
        <p:blipFill>
          <a:blip r:embed="rId6">
            <a:alphaModFix/>
          </a:blip>
          <a:stretch>
            <a:fillRect/>
          </a:stretch>
        </p:blipFill>
        <p:spPr>
          <a:xfrm>
            <a:off x="191826" y="137500"/>
            <a:ext cx="1581300" cy="327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5"/>
          <p:cNvPicPr preferRelativeResize="0"/>
          <p:nvPr/>
        </p:nvPicPr>
        <p:blipFill rotWithShape="1">
          <a:blip r:embed="rId3">
            <a:alphaModFix amt="18000"/>
          </a:blip>
          <a:srcRect b="15956" l="6445" r="49706" t="29152"/>
          <a:stretch/>
        </p:blipFill>
        <p:spPr>
          <a:xfrm rot="10429865">
            <a:off x="-131852" y="1144248"/>
            <a:ext cx="3372251" cy="4055972"/>
          </a:xfrm>
          <a:prstGeom prst="rect">
            <a:avLst/>
          </a:prstGeom>
          <a:noFill/>
          <a:ln>
            <a:noFill/>
          </a:ln>
        </p:spPr>
      </p:pic>
      <p:pic>
        <p:nvPicPr>
          <p:cNvPr id="79" name="Google Shape;79;p15"/>
          <p:cNvPicPr preferRelativeResize="0"/>
          <p:nvPr/>
        </p:nvPicPr>
        <p:blipFill rotWithShape="1">
          <a:blip r:embed="rId3">
            <a:alphaModFix amt="26000"/>
          </a:blip>
          <a:srcRect b="15957" l="6448" r="48800" t="20895"/>
          <a:stretch/>
        </p:blipFill>
        <p:spPr>
          <a:xfrm rot="5400000">
            <a:off x="5415079" y="1217503"/>
            <a:ext cx="3180485" cy="4311931"/>
          </a:xfrm>
          <a:prstGeom prst="rect">
            <a:avLst/>
          </a:prstGeom>
          <a:noFill/>
          <a:ln>
            <a:noFill/>
          </a:ln>
        </p:spPr>
      </p:pic>
      <p:pic>
        <p:nvPicPr>
          <p:cNvPr id="80" name="Google Shape;80;p15"/>
          <p:cNvPicPr preferRelativeResize="0"/>
          <p:nvPr/>
        </p:nvPicPr>
        <p:blipFill rotWithShape="1">
          <a:blip r:embed="rId3">
            <a:alphaModFix amt="26000"/>
          </a:blip>
          <a:srcRect b="15957" l="6448" r="48800" t="20895"/>
          <a:stretch/>
        </p:blipFill>
        <p:spPr>
          <a:xfrm rot="-3046969">
            <a:off x="3041952" y="-1809847"/>
            <a:ext cx="3441612" cy="4665955"/>
          </a:xfrm>
          <a:prstGeom prst="rect">
            <a:avLst/>
          </a:prstGeom>
          <a:noFill/>
          <a:ln>
            <a:noFill/>
          </a:ln>
        </p:spPr>
      </p:pic>
      <p:cxnSp>
        <p:nvCxnSpPr>
          <p:cNvPr id="81" name="Google Shape;81;p15"/>
          <p:cNvCxnSpPr/>
          <p:nvPr/>
        </p:nvCxnSpPr>
        <p:spPr>
          <a:xfrm>
            <a:off x="687563" y="1393776"/>
            <a:ext cx="7621800" cy="0"/>
          </a:xfrm>
          <a:prstGeom prst="straightConnector1">
            <a:avLst/>
          </a:prstGeom>
          <a:noFill/>
          <a:ln cap="flat" cmpd="sng" w="9525">
            <a:solidFill>
              <a:srgbClr val="E047D3"/>
            </a:solidFill>
            <a:prstDash val="solid"/>
            <a:round/>
            <a:headEnd len="sm" w="sm" type="none"/>
            <a:tailEnd len="sm" w="sm" type="none"/>
          </a:ln>
        </p:spPr>
      </p:cxnSp>
      <p:sp>
        <p:nvSpPr>
          <p:cNvPr id="82" name="Google Shape;82;p15"/>
          <p:cNvSpPr/>
          <p:nvPr/>
        </p:nvSpPr>
        <p:spPr>
          <a:xfrm>
            <a:off x="5442558" y="1803167"/>
            <a:ext cx="2866605" cy="2483196"/>
          </a:xfrm>
          <a:custGeom>
            <a:rect b="b" l="l" r="r" t="t"/>
            <a:pathLst>
              <a:path extrusionOk="0" h="4966392" w="5733209">
                <a:moveTo>
                  <a:pt x="0" y="0"/>
                </a:moveTo>
                <a:lnTo>
                  <a:pt x="5733209" y="0"/>
                </a:lnTo>
                <a:lnTo>
                  <a:pt x="5733209" y="4966392"/>
                </a:lnTo>
                <a:lnTo>
                  <a:pt x="0" y="4966392"/>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83" name="Google Shape;83;p15"/>
          <p:cNvSpPr txBox="1"/>
          <p:nvPr/>
        </p:nvSpPr>
        <p:spPr>
          <a:xfrm>
            <a:off x="687563" y="728985"/>
            <a:ext cx="6283500" cy="3540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300"/>
              <a:buFont typeface="Arial"/>
              <a:buNone/>
            </a:pPr>
            <a:r>
              <a:rPr b="1" i="0" lang="en" sz="2300" u="none" cap="none" strike="noStrike">
                <a:solidFill>
                  <a:srgbClr val="3E3582"/>
                </a:solidFill>
                <a:latin typeface="DM Sans"/>
                <a:ea typeface="DM Sans"/>
                <a:cs typeface="DM Sans"/>
                <a:sym typeface="DM Sans"/>
              </a:rPr>
              <a:t>&lt;Heading&gt;</a:t>
            </a:r>
            <a:endParaRPr b="0" i="0" sz="700" u="none" cap="none" strike="noStrike">
              <a:solidFill>
                <a:srgbClr val="000000"/>
              </a:solidFill>
              <a:latin typeface="Arial"/>
              <a:ea typeface="Arial"/>
              <a:cs typeface="Arial"/>
              <a:sym typeface="Arial"/>
            </a:endParaRPr>
          </a:p>
        </p:txBody>
      </p:sp>
      <p:sp>
        <p:nvSpPr>
          <p:cNvPr id="84" name="Google Shape;84;p15"/>
          <p:cNvSpPr txBox="1"/>
          <p:nvPr/>
        </p:nvSpPr>
        <p:spPr>
          <a:xfrm>
            <a:off x="6340176" y="2781474"/>
            <a:ext cx="1071300" cy="2616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1700"/>
              <a:buFont typeface="Arial"/>
              <a:buNone/>
            </a:pPr>
            <a:r>
              <a:rPr b="0" i="0" lang="en" sz="1700" u="none" cap="none" strike="noStrike">
                <a:solidFill>
                  <a:srgbClr val="FFFFFF"/>
                </a:solidFill>
                <a:latin typeface="Noto Sans"/>
                <a:ea typeface="Noto Sans"/>
                <a:cs typeface="Noto Sans"/>
                <a:sym typeface="Noto Sans"/>
              </a:rPr>
              <a:t>[ IMAGE ]</a:t>
            </a:r>
            <a:endParaRPr b="0" i="0" sz="700" u="none" cap="none" strike="noStrike">
              <a:solidFill>
                <a:srgbClr val="000000"/>
              </a:solidFill>
              <a:latin typeface="Arial"/>
              <a:ea typeface="Arial"/>
              <a:cs typeface="Arial"/>
              <a:sym typeface="Arial"/>
            </a:endParaRPr>
          </a:p>
        </p:txBody>
      </p:sp>
      <p:pic>
        <p:nvPicPr>
          <p:cNvPr id="85" name="Google Shape;85;p15"/>
          <p:cNvPicPr preferRelativeResize="0"/>
          <p:nvPr/>
        </p:nvPicPr>
        <p:blipFill rotWithShape="1">
          <a:blip r:embed="rId5">
            <a:alphaModFix/>
          </a:blip>
          <a:srcRect b="0" l="0" r="0" t="0"/>
          <a:stretch/>
        </p:blipFill>
        <p:spPr>
          <a:xfrm>
            <a:off x="7751588" y="127072"/>
            <a:ext cx="1409701" cy="792117"/>
          </a:xfrm>
          <a:prstGeom prst="rect">
            <a:avLst/>
          </a:prstGeom>
          <a:noFill/>
          <a:ln>
            <a:noFill/>
          </a:ln>
        </p:spPr>
      </p:pic>
      <p:grpSp>
        <p:nvGrpSpPr>
          <p:cNvPr id="86" name="Google Shape;86;p15"/>
          <p:cNvGrpSpPr/>
          <p:nvPr/>
        </p:nvGrpSpPr>
        <p:grpSpPr>
          <a:xfrm>
            <a:off x="-608" y="4963708"/>
            <a:ext cx="9150250" cy="197571"/>
            <a:chOff x="-9601202" y="5296585"/>
            <a:chExt cx="18481619" cy="395143"/>
          </a:xfrm>
        </p:grpSpPr>
        <p:pic>
          <p:nvPicPr>
            <p:cNvPr id="87" name="Google Shape;87;p15"/>
            <p:cNvPicPr preferRelativeResize="0"/>
            <p:nvPr/>
          </p:nvPicPr>
          <p:blipFill rotWithShape="1">
            <a:blip r:embed="rId6">
              <a:alphaModFix/>
            </a:blip>
            <a:srcRect b="0" l="1857" r="95783" t="0"/>
            <a:stretch/>
          </p:blipFill>
          <p:spPr>
            <a:xfrm rot="5400000">
              <a:off x="-5086036" y="781418"/>
              <a:ext cx="395141" cy="9425473"/>
            </a:xfrm>
            <a:prstGeom prst="rect">
              <a:avLst/>
            </a:prstGeom>
            <a:noFill/>
            <a:ln>
              <a:noFill/>
            </a:ln>
          </p:spPr>
        </p:pic>
        <p:pic>
          <p:nvPicPr>
            <p:cNvPr id="88" name="Google Shape;88;p15"/>
            <p:cNvPicPr preferRelativeResize="0"/>
            <p:nvPr/>
          </p:nvPicPr>
          <p:blipFill rotWithShape="1">
            <a:blip r:embed="rId6">
              <a:alphaModFix/>
            </a:blip>
            <a:srcRect b="0" l="92964" r="4675" t="0"/>
            <a:stretch/>
          </p:blipFill>
          <p:spPr>
            <a:xfrm rot="5400000">
              <a:off x="4066910" y="878219"/>
              <a:ext cx="395141" cy="9231875"/>
            </a:xfrm>
            <a:prstGeom prst="rect">
              <a:avLst/>
            </a:prstGeom>
            <a:noFill/>
            <a:ln>
              <a:noFill/>
            </a:ln>
          </p:spPr>
        </p:pic>
      </p:grpSp>
      <p:sp>
        <p:nvSpPr>
          <p:cNvPr id="89" name="Google Shape;89;p15"/>
          <p:cNvSpPr txBox="1"/>
          <p:nvPr/>
        </p:nvSpPr>
        <p:spPr>
          <a:xfrm>
            <a:off x="687563" y="1817454"/>
            <a:ext cx="4409700" cy="2512500"/>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Clr>
                <a:srgbClr val="000000"/>
              </a:buClr>
              <a:buSzPts val="1200"/>
              <a:buFont typeface="Arial"/>
              <a:buNone/>
            </a:pPr>
            <a:r>
              <a:rPr b="0" i="0" lang="en" sz="1200" u="none" cap="none" strike="noStrike">
                <a:solidFill>
                  <a:srgbClr val="3E3582"/>
                </a:solidFill>
                <a:latin typeface="Noto Sans"/>
                <a:ea typeface="Noto Sans"/>
                <a:cs typeface="Noto Sans"/>
                <a:sym typeface="Noto Sans"/>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b="0" i="0" sz="700" u="none" cap="none" strike="noStrike">
              <a:solidFill>
                <a:srgbClr val="000000"/>
              </a:solidFill>
              <a:latin typeface="Arial"/>
              <a:ea typeface="Arial"/>
              <a:cs typeface="Arial"/>
              <a:sym typeface="Arial"/>
            </a:endParaRPr>
          </a:p>
        </p:txBody>
      </p:sp>
      <p:pic>
        <p:nvPicPr>
          <p:cNvPr id="90" name="Google Shape;90;p15" title="Group 1 (2).png"/>
          <p:cNvPicPr preferRelativeResize="0"/>
          <p:nvPr/>
        </p:nvPicPr>
        <p:blipFill>
          <a:blip r:embed="rId7">
            <a:alphaModFix/>
          </a:blip>
          <a:stretch>
            <a:fillRect/>
          </a:stretch>
        </p:blipFill>
        <p:spPr>
          <a:xfrm>
            <a:off x="191826" y="137500"/>
            <a:ext cx="1581300" cy="327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6"/>
          <p:cNvPicPr preferRelativeResize="0"/>
          <p:nvPr/>
        </p:nvPicPr>
        <p:blipFill rotWithShape="1">
          <a:blip r:embed="rId3">
            <a:alphaModFix amt="13000"/>
          </a:blip>
          <a:srcRect b="15957" l="6448" r="48800" t="20895"/>
          <a:stretch/>
        </p:blipFill>
        <p:spPr>
          <a:xfrm rot="10429865">
            <a:off x="-3441" y="1040491"/>
            <a:ext cx="3441612" cy="4665955"/>
          </a:xfrm>
          <a:prstGeom prst="rect">
            <a:avLst/>
          </a:prstGeom>
          <a:noFill/>
          <a:ln>
            <a:noFill/>
          </a:ln>
        </p:spPr>
      </p:pic>
      <p:pic>
        <p:nvPicPr>
          <p:cNvPr id="96" name="Google Shape;96;p16"/>
          <p:cNvPicPr preferRelativeResize="0"/>
          <p:nvPr/>
        </p:nvPicPr>
        <p:blipFill rotWithShape="1">
          <a:blip r:embed="rId4">
            <a:alphaModFix amt="26000"/>
          </a:blip>
          <a:srcRect b="15957" l="6448" r="48800" t="20895"/>
          <a:stretch/>
        </p:blipFill>
        <p:spPr>
          <a:xfrm rot="5400000">
            <a:off x="5415079" y="1217503"/>
            <a:ext cx="3180485" cy="4311931"/>
          </a:xfrm>
          <a:prstGeom prst="rect">
            <a:avLst/>
          </a:prstGeom>
          <a:noFill/>
          <a:ln>
            <a:noFill/>
          </a:ln>
        </p:spPr>
      </p:pic>
      <p:pic>
        <p:nvPicPr>
          <p:cNvPr id="97" name="Google Shape;97;p16"/>
          <p:cNvPicPr preferRelativeResize="0"/>
          <p:nvPr/>
        </p:nvPicPr>
        <p:blipFill rotWithShape="1">
          <a:blip r:embed="rId4">
            <a:alphaModFix amt="26000"/>
          </a:blip>
          <a:srcRect b="15957" l="6448" r="48800" t="20895"/>
          <a:stretch/>
        </p:blipFill>
        <p:spPr>
          <a:xfrm rot="-3046969">
            <a:off x="3041952" y="-1809847"/>
            <a:ext cx="3441612" cy="4665955"/>
          </a:xfrm>
          <a:prstGeom prst="rect">
            <a:avLst/>
          </a:prstGeom>
          <a:noFill/>
          <a:ln>
            <a:noFill/>
          </a:ln>
        </p:spPr>
      </p:pic>
      <p:grpSp>
        <p:nvGrpSpPr>
          <p:cNvPr id="98" name="Google Shape;98;p16"/>
          <p:cNvGrpSpPr/>
          <p:nvPr/>
        </p:nvGrpSpPr>
        <p:grpSpPr>
          <a:xfrm>
            <a:off x="687563" y="2539399"/>
            <a:ext cx="1473281" cy="1474949"/>
            <a:chOff x="0" y="-47625"/>
            <a:chExt cx="812800" cy="813720"/>
          </a:xfrm>
        </p:grpSpPr>
        <p:sp>
          <p:nvSpPr>
            <p:cNvPr id="99" name="Google Shape;99;p16"/>
            <p:cNvSpPr/>
            <p:nvPr/>
          </p:nvSpPr>
          <p:spPr>
            <a:xfrm>
              <a:off x="0" y="0"/>
              <a:ext cx="812800" cy="766095"/>
            </a:xfrm>
            <a:custGeom>
              <a:rect b="b" l="l" r="r" t="t"/>
              <a:pathLst>
                <a:path extrusionOk="0" h="766095" w="812800">
                  <a:moveTo>
                    <a:pt x="34157" y="0"/>
                  </a:moveTo>
                  <a:lnTo>
                    <a:pt x="778643" y="0"/>
                  </a:lnTo>
                  <a:cubicBezTo>
                    <a:pt x="787702" y="0"/>
                    <a:pt x="796390" y="3599"/>
                    <a:pt x="802796" y="10004"/>
                  </a:cubicBezTo>
                  <a:cubicBezTo>
                    <a:pt x="809201" y="16410"/>
                    <a:pt x="812800" y="25098"/>
                    <a:pt x="812800" y="34157"/>
                  </a:cubicBezTo>
                  <a:lnTo>
                    <a:pt x="812800" y="731938"/>
                  </a:lnTo>
                  <a:cubicBezTo>
                    <a:pt x="812800" y="740997"/>
                    <a:pt x="809201" y="749685"/>
                    <a:pt x="802796" y="756091"/>
                  </a:cubicBezTo>
                  <a:cubicBezTo>
                    <a:pt x="796390" y="762496"/>
                    <a:pt x="787702" y="766095"/>
                    <a:pt x="778643" y="766095"/>
                  </a:cubicBezTo>
                  <a:lnTo>
                    <a:pt x="34157" y="766095"/>
                  </a:lnTo>
                  <a:cubicBezTo>
                    <a:pt x="25098" y="766095"/>
                    <a:pt x="16410" y="762496"/>
                    <a:pt x="10004" y="756091"/>
                  </a:cubicBezTo>
                  <a:cubicBezTo>
                    <a:pt x="3599" y="749685"/>
                    <a:pt x="0" y="740997"/>
                    <a:pt x="0" y="731938"/>
                  </a:cubicBezTo>
                  <a:lnTo>
                    <a:pt x="0" y="34157"/>
                  </a:lnTo>
                  <a:cubicBezTo>
                    <a:pt x="0" y="25098"/>
                    <a:pt x="3599" y="16410"/>
                    <a:pt x="10004" y="10004"/>
                  </a:cubicBezTo>
                  <a:cubicBezTo>
                    <a:pt x="16410" y="3599"/>
                    <a:pt x="25098" y="0"/>
                    <a:pt x="34157" y="0"/>
                  </a:cubicBezTo>
                  <a:close/>
                </a:path>
              </a:pathLst>
            </a:custGeom>
            <a:solidFill>
              <a:srgbClr val="B4B4B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00" name="Google Shape;100;p16"/>
            <p:cNvSpPr txBox="1"/>
            <p:nvPr/>
          </p:nvSpPr>
          <p:spPr>
            <a:xfrm>
              <a:off x="0" y="-47625"/>
              <a:ext cx="812700" cy="813600"/>
            </a:xfrm>
            <a:prstGeom prst="rect">
              <a:avLst/>
            </a:prstGeom>
            <a:noFill/>
            <a:ln>
              <a:noFill/>
            </a:ln>
          </p:spPr>
          <p:txBody>
            <a:bodyPr anchorCtr="0" anchor="ctr" bIns="25400" lIns="25400" spcFirstLastPara="1" rIns="25400" wrap="square" tIns="25400">
              <a:noAutofit/>
            </a:bodyPr>
            <a:lstStyle/>
            <a:p>
              <a:pPr indent="0" lvl="0" marL="0" marR="0" rtl="0" algn="ctr">
                <a:lnSpc>
                  <a:spcPct val="140013"/>
                </a:lnSpc>
                <a:spcBef>
                  <a:spcPts val="0"/>
                </a:spcBef>
                <a:spcAft>
                  <a:spcPts val="0"/>
                </a:spcAft>
                <a:buClr>
                  <a:srgbClr val="000000"/>
                </a:buClr>
                <a:buSzPts val="1500"/>
                <a:buFont typeface="Arial"/>
                <a:buNone/>
              </a:pPr>
              <a:r>
                <a:rPr b="0" i="0" lang="en" sz="1500" u="none" cap="none" strike="noStrike">
                  <a:solidFill>
                    <a:srgbClr val="FFFFFF"/>
                  </a:solidFill>
                  <a:latin typeface="Arial"/>
                  <a:ea typeface="Arial"/>
                  <a:cs typeface="Arial"/>
                  <a:sym typeface="Arial"/>
                </a:rPr>
                <a:t>IMAGE</a:t>
              </a:r>
              <a:endParaRPr b="0" i="0" sz="700" u="none" cap="none" strike="noStrike">
                <a:solidFill>
                  <a:srgbClr val="000000"/>
                </a:solidFill>
                <a:latin typeface="Arial"/>
                <a:ea typeface="Arial"/>
                <a:cs typeface="Arial"/>
                <a:sym typeface="Arial"/>
              </a:endParaRPr>
            </a:p>
          </p:txBody>
        </p:sp>
      </p:grpSp>
      <p:sp>
        <p:nvSpPr>
          <p:cNvPr id="101" name="Google Shape;101;p16"/>
          <p:cNvSpPr txBox="1"/>
          <p:nvPr/>
        </p:nvSpPr>
        <p:spPr>
          <a:xfrm>
            <a:off x="687563" y="728985"/>
            <a:ext cx="6283500" cy="3540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300"/>
              <a:buFont typeface="Arial"/>
              <a:buNone/>
            </a:pPr>
            <a:r>
              <a:rPr b="1" i="0" lang="en" sz="2300" u="none" cap="none" strike="noStrike">
                <a:solidFill>
                  <a:srgbClr val="3E3582"/>
                </a:solidFill>
                <a:latin typeface="DM Sans"/>
                <a:ea typeface="DM Sans"/>
                <a:cs typeface="DM Sans"/>
                <a:sym typeface="DM Sans"/>
              </a:rPr>
              <a:t>&lt;Add your title here&gt;</a:t>
            </a:r>
            <a:endParaRPr b="0" i="0" sz="700" u="none" cap="none" strike="noStrike">
              <a:solidFill>
                <a:srgbClr val="000000"/>
              </a:solidFill>
              <a:latin typeface="Arial"/>
              <a:ea typeface="Arial"/>
              <a:cs typeface="Arial"/>
              <a:sym typeface="Arial"/>
            </a:endParaRPr>
          </a:p>
        </p:txBody>
      </p:sp>
      <p:sp>
        <p:nvSpPr>
          <p:cNvPr id="102" name="Google Shape;102;p16"/>
          <p:cNvSpPr txBox="1"/>
          <p:nvPr/>
        </p:nvSpPr>
        <p:spPr>
          <a:xfrm>
            <a:off x="687563" y="1655713"/>
            <a:ext cx="6978000" cy="702000"/>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Clr>
                <a:srgbClr val="000000"/>
              </a:buClr>
              <a:buSzPts val="1200"/>
              <a:buFont typeface="Arial"/>
              <a:buNone/>
            </a:pPr>
            <a:r>
              <a:rPr b="0" i="0" lang="en" sz="1200" u="none" cap="none" strike="noStrike">
                <a:solidFill>
                  <a:srgbClr val="3E3582"/>
                </a:solidFill>
                <a:latin typeface="Noto Sans"/>
                <a:ea typeface="Noto Sans"/>
                <a:cs typeface="Noto Sans"/>
                <a:sym typeface="Noto Sans"/>
              </a:rPr>
              <a:t>Lorem Ipsum is simply dummy text of the printing and typesetting industry. Lorem Ipsum has been the industry's standard dummy text ever since the 1500s, when an unknown printer took a galley of type and scrambled it to make a type specimen book. </a:t>
            </a:r>
            <a:endParaRPr b="0" i="0" sz="700" u="none" cap="none" strike="noStrike">
              <a:solidFill>
                <a:srgbClr val="000000"/>
              </a:solidFill>
              <a:latin typeface="Arial"/>
              <a:ea typeface="Arial"/>
              <a:cs typeface="Arial"/>
              <a:sym typeface="Arial"/>
            </a:endParaRPr>
          </a:p>
        </p:txBody>
      </p:sp>
      <p:grpSp>
        <p:nvGrpSpPr>
          <p:cNvPr id="103" name="Google Shape;103;p16"/>
          <p:cNvGrpSpPr/>
          <p:nvPr/>
        </p:nvGrpSpPr>
        <p:grpSpPr>
          <a:xfrm>
            <a:off x="2480541" y="2539399"/>
            <a:ext cx="1473281" cy="1474949"/>
            <a:chOff x="0" y="-47625"/>
            <a:chExt cx="812800" cy="813720"/>
          </a:xfrm>
        </p:grpSpPr>
        <p:sp>
          <p:nvSpPr>
            <p:cNvPr id="104" name="Google Shape;104;p16"/>
            <p:cNvSpPr/>
            <p:nvPr/>
          </p:nvSpPr>
          <p:spPr>
            <a:xfrm>
              <a:off x="0" y="0"/>
              <a:ext cx="812800" cy="766095"/>
            </a:xfrm>
            <a:custGeom>
              <a:rect b="b" l="l" r="r" t="t"/>
              <a:pathLst>
                <a:path extrusionOk="0" h="766095" w="812800">
                  <a:moveTo>
                    <a:pt x="34157" y="0"/>
                  </a:moveTo>
                  <a:lnTo>
                    <a:pt x="778643" y="0"/>
                  </a:lnTo>
                  <a:cubicBezTo>
                    <a:pt x="787702" y="0"/>
                    <a:pt x="796390" y="3599"/>
                    <a:pt x="802796" y="10004"/>
                  </a:cubicBezTo>
                  <a:cubicBezTo>
                    <a:pt x="809201" y="16410"/>
                    <a:pt x="812800" y="25098"/>
                    <a:pt x="812800" y="34157"/>
                  </a:cubicBezTo>
                  <a:lnTo>
                    <a:pt x="812800" y="731938"/>
                  </a:lnTo>
                  <a:cubicBezTo>
                    <a:pt x="812800" y="740997"/>
                    <a:pt x="809201" y="749685"/>
                    <a:pt x="802796" y="756091"/>
                  </a:cubicBezTo>
                  <a:cubicBezTo>
                    <a:pt x="796390" y="762496"/>
                    <a:pt x="787702" y="766095"/>
                    <a:pt x="778643" y="766095"/>
                  </a:cubicBezTo>
                  <a:lnTo>
                    <a:pt x="34157" y="766095"/>
                  </a:lnTo>
                  <a:cubicBezTo>
                    <a:pt x="25098" y="766095"/>
                    <a:pt x="16410" y="762496"/>
                    <a:pt x="10004" y="756091"/>
                  </a:cubicBezTo>
                  <a:cubicBezTo>
                    <a:pt x="3599" y="749685"/>
                    <a:pt x="0" y="740997"/>
                    <a:pt x="0" y="731938"/>
                  </a:cubicBezTo>
                  <a:lnTo>
                    <a:pt x="0" y="34157"/>
                  </a:lnTo>
                  <a:cubicBezTo>
                    <a:pt x="0" y="25098"/>
                    <a:pt x="3599" y="16410"/>
                    <a:pt x="10004" y="10004"/>
                  </a:cubicBezTo>
                  <a:cubicBezTo>
                    <a:pt x="16410" y="3599"/>
                    <a:pt x="25098" y="0"/>
                    <a:pt x="34157" y="0"/>
                  </a:cubicBezTo>
                  <a:close/>
                </a:path>
              </a:pathLst>
            </a:custGeom>
            <a:solidFill>
              <a:srgbClr val="B4B4B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05" name="Google Shape;105;p16"/>
            <p:cNvSpPr txBox="1"/>
            <p:nvPr/>
          </p:nvSpPr>
          <p:spPr>
            <a:xfrm>
              <a:off x="0" y="-47625"/>
              <a:ext cx="812700" cy="813600"/>
            </a:xfrm>
            <a:prstGeom prst="rect">
              <a:avLst/>
            </a:prstGeom>
            <a:noFill/>
            <a:ln>
              <a:noFill/>
            </a:ln>
          </p:spPr>
          <p:txBody>
            <a:bodyPr anchorCtr="0" anchor="ctr" bIns="25400" lIns="25400" spcFirstLastPara="1" rIns="25400" wrap="square" tIns="25400">
              <a:noAutofit/>
            </a:bodyPr>
            <a:lstStyle/>
            <a:p>
              <a:pPr indent="0" lvl="0" marL="0" marR="0" rtl="0" algn="ctr">
                <a:lnSpc>
                  <a:spcPct val="140013"/>
                </a:lnSpc>
                <a:spcBef>
                  <a:spcPts val="0"/>
                </a:spcBef>
                <a:spcAft>
                  <a:spcPts val="0"/>
                </a:spcAft>
                <a:buClr>
                  <a:srgbClr val="000000"/>
                </a:buClr>
                <a:buSzPts val="1500"/>
                <a:buFont typeface="Arial"/>
                <a:buNone/>
              </a:pPr>
              <a:r>
                <a:rPr b="0" i="0" lang="en" sz="1500" u="none" cap="none" strike="noStrike">
                  <a:solidFill>
                    <a:srgbClr val="FFFFFF"/>
                  </a:solidFill>
                  <a:latin typeface="Arial"/>
                  <a:ea typeface="Arial"/>
                  <a:cs typeface="Arial"/>
                  <a:sym typeface="Arial"/>
                </a:rPr>
                <a:t>IMAGE</a:t>
              </a:r>
              <a:endParaRPr b="0" i="0" sz="700" u="none" cap="none" strike="noStrike">
                <a:solidFill>
                  <a:srgbClr val="000000"/>
                </a:solidFill>
                <a:latin typeface="Arial"/>
                <a:ea typeface="Arial"/>
                <a:cs typeface="Arial"/>
                <a:sym typeface="Arial"/>
              </a:endParaRPr>
            </a:p>
          </p:txBody>
        </p:sp>
      </p:grpSp>
      <p:grpSp>
        <p:nvGrpSpPr>
          <p:cNvPr id="106" name="Google Shape;106;p16"/>
          <p:cNvGrpSpPr/>
          <p:nvPr/>
        </p:nvGrpSpPr>
        <p:grpSpPr>
          <a:xfrm>
            <a:off x="4272128" y="2539399"/>
            <a:ext cx="1473281" cy="1474949"/>
            <a:chOff x="0" y="-47625"/>
            <a:chExt cx="812800" cy="813720"/>
          </a:xfrm>
        </p:grpSpPr>
        <p:sp>
          <p:nvSpPr>
            <p:cNvPr id="107" name="Google Shape;107;p16"/>
            <p:cNvSpPr/>
            <p:nvPr/>
          </p:nvSpPr>
          <p:spPr>
            <a:xfrm>
              <a:off x="0" y="0"/>
              <a:ext cx="812800" cy="766095"/>
            </a:xfrm>
            <a:custGeom>
              <a:rect b="b" l="l" r="r" t="t"/>
              <a:pathLst>
                <a:path extrusionOk="0" h="766095" w="812800">
                  <a:moveTo>
                    <a:pt x="34157" y="0"/>
                  </a:moveTo>
                  <a:lnTo>
                    <a:pt x="778643" y="0"/>
                  </a:lnTo>
                  <a:cubicBezTo>
                    <a:pt x="787702" y="0"/>
                    <a:pt x="796390" y="3599"/>
                    <a:pt x="802796" y="10004"/>
                  </a:cubicBezTo>
                  <a:cubicBezTo>
                    <a:pt x="809201" y="16410"/>
                    <a:pt x="812800" y="25098"/>
                    <a:pt x="812800" y="34157"/>
                  </a:cubicBezTo>
                  <a:lnTo>
                    <a:pt x="812800" y="731938"/>
                  </a:lnTo>
                  <a:cubicBezTo>
                    <a:pt x="812800" y="740997"/>
                    <a:pt x="809201" y="749685"/>
                    <a:pt x="802796" y="756091"/>
                  </a:cubicBezTo>
                  <a:cubicBezTo>
                    <a:pt x="796390" y="762496"/>
                    <a:pt x="787702" y="766095"/>
                    <a:pt x="778643" y="766095"/>
                  </a:cubicBezTo>
                  <a:lnTo>
                    <a:pt x="34157" y="766095"/>
                  </a:lnTo>
                  <a:cubicBezTo>
                    <a:pt x="25098" y="766095"/>
                    <a:pt x="16410" y="762496"/>
                    <a:pt x="10004" y="756091"/>
                  </a:cubicBezTo>
                  <a:cubicBezTo>
                    <a:pt x="3599" y="749685"/>
                    <a:pt x="0" y="740997"/>
                    <a:pt x="0" y="731938"/>
                  </a:cubicBezTo>
                  <a:lnTo>
                    <a:pt x="0" y="34157"/>
                  </a:lnTo>
                  <a:cubicBezTo>
                    <a:pt x="0" y="25098"/>
                    <a:pt x="3599" y="16410"/>
                    <a:pt x="10004" y="10004"/>
                  </a:cubicBezTo>
                  <a:cubicBezTo>
                    <a:pt x="16410" y="3599"/>
                    <a:pt x="25098" y="0"/>
                    <a:pt x="34157" y="0"/>
                  </a:cubicBezTo>
                  <a:close/>
                </a:path>
              </a:pathLst>
            </a:custGeom>
            <a:solidFill>
              <a:srgbClr val="B4B4B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08" name="Google Shape;108;p16"/>
            <p:cNvSpPr txBox="1"/>
            <p:nvPr/>
          </p:nvSpPr>
          <p:spPr>
            <a:xfrm>
              <a:off x="0" y="-47625"/>
              <a:ext cx="812700" cy="813600"/>
            </a:xfrm>
            <a:prstGeom prst="rect">
              <a:avLst/>
            </a:prstGeom>
            <a:noFill/>
            <a:ln>
              <a:noFill/>
            </a:ln>
          </p:spPr>
          <p:txBody>
            <a:bodyPr anchorCtr="0" anchor="ctr" bIns="25400" lIns="25400" spcFirstLastPara="1" rIns="25400" wrap="square" tIns="25400">
              <a:noAutofit/>
            </a:bodyPr>
            <a:lstStyle/>
            <a:p>
              <a:pPr indent="0" lvl="0" marL="0" marR="0" rtl="0" algn="ctr">
                <a:lnSpc>
                  <a:spcPct val="140013"/>
                </a:lnSpc>
                <a:spcBef>
                  <a:spcPts val="0"/>
                </a:spcBef>
                <a:spcAft>
                  <a:spcPts val="0"/>
                </a:spcAft>
                <a:buClr>
                  <a:srgbClr val="000000"/>
                </a:buClr>
                <a:buSzPts val="1500"/>
                <a:buFont typeface="Arial"/>
                <a:buNone/>
              </a:pPr>
              <a:r>
                <a:rPr b="0" i="0" lang="en" sz="1500" u="none" cap="none" strike="noStrike">
                  <a:solidFill>
                    <a:srgbClr val="FFFFFF"/>
                  </a:solidFill>
                  <a:latin typeface="Arial"/>
                  <a:ea typeface="Arial"/>
                  <a:cs typeface="Arial"/>
                  <a:sym typeface="Arial"/>
                </a:rPr>
                <a:t>IMAGE</a:t>
              </a:r>
              <a:endParaRPr b="0" i="0" sz="700" u="none" cap="none" strike="noStrike">
                <a:solidFill>
                  <a:srgbClr val="000000"/>
                </a:solidFill>
                <a:latin typeface="Arial"/>
                <a:ea typeface="Arial"/>
                <a:cs typeface="Arial"/>
                <a:sym typeface="Arial"/>
              </a:endParaRPr>
            </a:p>
          </p:txBody>
        </p:sp>
      </p:grpSp>
      <p:grpSp>
        <p:nvGrpSpPr>
          <p:cNvPr id="109" name="Google Shape;109;p16"/>
          <p:cNvGrpSpPr/>
          <p:nvPr/>
        </p:nvGrpSpPr>
        <p:grpSpPr>
          <a:xfrm>
            <a:off x="6063714" y="2539399"/>
            <a:ext cx="1473281" cy="1474949"/>
            <a:chOff x="0" y="-47625"/>
            <a:chExt cx="812800" cy="813720"/>
          </a:xfrm>
        </p:grpSpPr>
        <p:sp>
          <p:nvSpPr>
            <p:cNvPr id="110" name="Google Shape;110;p16"/>
            <p:cNvSpPr/>
            <p:nvPr/>
          </p:nvSpPr>
          <p:spPr>
            <a:xfrm>
              <a:off x="0" y="0"/>
              <a:ext cx="812800" cy="766095"/>
            </a:xfrm>
            <a:custGeom>
              <a:rect b="b" l="l" r="r" t="t"/>
              <a:pathLst>
                <a:path extrusionOk="0" h="766095" w="812800">
                  <a:moveTo>
                    <a:pt x="34157" y="0"/>
                  </a:moveTo>
                  <a:lnTo>
                    <a:pt x="778643" y="0"/>
                  </a:lnTo>
                  <a:cubicBezTo>
                    <a:pt x="787702" y="0"/>
                    <a:pt x="796390" y="3599"/>
                    <a:pt x="802796" y="10004"/>
                  </a:cubicBezTo>
                  <a:cubicBezTo>
                    <a:pt x="809201" y="16410"/>
                    <a:pt x="812800" y="25098"/>
                    <a:pt x="812800" y="34157"/>
                  </a:cubicBezTo>
                  <a:lnTo>
                    <a:pt x="812800" y="731938"/>
                  </a:lnTo>
                  <a:cubicBezTo>
                    <a:pt x="812800" y="740997"/>
                    <a:pt x="809201" y="749685"/>
                    <a:pt x="802796" y="756091"/>
                  </a:cubicBezTo>
                  <a:cubicBezTo>
                    <a:pt x="796390" y="762496"/>
                    <a:pt x="787702" y="766095"/>
                    <a:pt x="778643" y="766095"/>
                  </a:cubicBezTo>
                  <a:lnTo>
                    <a:pt x="34157" y="766095"/>
                  </a:lnTo>
                  <a:cubicBezTo>
                    <a:pt x="25098" y="766095"/>
                    <a:pt x="16410" y="762496"/>
                    <a:pt x="10004" y="756091"/>
                  </a:cubicBezTo>
                  <a:cubicBezTo>
                    <a:pt x="3599" y="749685"/>
                    <a:pt x="0" y="740997"/>
                    <a:pt x="0" y="731938"/>
                  </a:cubicBezTo>
                  <a:lnTo>
                    <a:pt x="0" y="34157"/>
                  </a:lnTo>
                  <a:cubicBezTo>
                    <a:pt x="0" y="25098"/>
                    <a:pt x="3599" y="16410"/>
                    <a:pt x="10004" y="10004"/>
                  </a:cubicBezTo>
                  <a:cubicBezTo>
                    <a:pt x="16410" y="3599"/>
                    <a:pt x="25098" y="0"/>
                    <a:pt x="34157" y="0"/>
                  </a:cubicBezTo>
                  <a:close/>
                </a:path>
              </a:pathLst>
            </a:custGeom>
            <a:solidFill>
              <a:srgbClr val="B4B4B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11" name="Google Shape;111;p16"/>
            <p:cNvSpPr txBox="1"/>
            <p:nvPr/>
          </p:nvSpPr>
          <p:spPr>
            <a:xfrm>
              <a:off x="0" y="-47625"/>
              <a:ext cx="812700" cy="813600"/>
            </a:xfrm>
            <a:prstGeom prst="rect">
              <a:avLst/>
            </a:prstGeom>
            <a:noFill/>
            <a:ln>
              <a:noFill/>
            </a:ln>
          </p:spPr>
          <p:txBody>
            <a:bodyPr anchorCtr="0" anchor="ctr" bIns="25400" lIns="25400" spcFirstLastPara="1" rIns="25400" wrap="square" tIns="25400">
              <a:noAutofit/>
            </a:bodyPr>
            <a:lstStyle/>
            <a:p>
              <a:pPr indent="0" lvl="0" marL="0" marR="0" rtl="0" algn="ctr">
                <a:lnSpc>
                  <a:spcPct val="140013"/>
                </a:lnSpc>
                <a:spcBef>
                  <a:spcPts val="0"/>
                </a:spcBef>
                <a:spcAft>
                  <a:spcPts val="0"/>
                </a:spcAft>
                <a:buClr>
                  <a:srgbClr val="000000"/>
                </a:buClr>
                <a:buSzPts val="1500"/>
                <a:buFont typeface="Arial"/>
                <a:buNone/>
              </a:pPr>
              <a:r>
                <a:rPr b="0" i="0" lang="en" sz="1500" u="none" cap="none" strike="noStrike">
                  <a:solidFill>
                    <a:srgbClr val="FFFFFF"/>
                  </a:solidFill>
                  <a:latin typeface="Arial"/>
                  <a:ea typeface="Arial"/>
                  <a:cs typeface="Arial"/>
                  <a:sym typeface="Arial"/>
                </a:rPr>
                <a:t>IMAGE</a:t>
              </a:r>
              <a:endParaRPr b="0" i="0" sz="700" u="none" cap="none" strike="noStrike">
                <a:solidFill>
                  <a:srgbClr val="000000"/>
                </a:solidFill>
                <a:latin typeface="Arial"/>
                <a:ea typeface="Arial"/>
                <a:cs typeface="Arial"/>
                <a:sym typeface="Arial"/>
              </a:endParaRPr>
            </a:p>
          </p:txBody>
        </p:sp>
      </p:grpSp>
      <p:sp>
        <p:nvSpPr>
          <p:cNvPr id="112" name="Google Shape;112;p16"/>
          <p:cNvSpPr txBox="1"/>
          <p:nvPr/>
        </p:nvSpPr>
        <p:spPr>
          <a:xfrm>
            <a:off x="687563" y="4134157"/>
            <a:ext cx="1106400" cy="443400"/>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Clr>
                <a:srgbClr val="000000"/>
              </a:buClr>
              <a:buSzPts val="1200"/>
              <a:buFont typeface="Arial"/>
              <a:buNone/>
            </a:pPr>
            <a:r>
              <a:rPr b="1" i="0" lang="en" sz="1200" u="none" cap="none" strike="noStrike">
                <a:solidFill>
                  <a:srgbClr val="3F348A"/>
                </a:solidFill>
                <a:latin typeface="Noto Sans"/>
                <a:ea typeface="Noto Sans"/>
                <a:cs typeface="Noto Sans"/>
                <a:sym typeface="Noto Sans"/>
              </a:rPr>
              <a:t>Caption</a:t>
            </a:r>
            <a:endParaRPr b="0" i="0" sz="700" u="none" cap="none" strike="noStrike">
              <a:solidFill>
                <a:srgbClr val="000000"/>
              </a:solidFill>
              <a:latin typeface="Arial"/>
              <a:ea typeface="Arial"/>
              <a:cs typeface="Arial"/>
              <a:sym typeface="Arial"/>
            </a:endParaRPr>
          </a:p>
          <a:p>
            <a:pPr indent="0" lvl="0" marL="0" marR="0" rtl="0" algn="l">
              <a:lnSpc>
                <a:spcPct val="140033"/>
              </a:lnSpc>
              <a:spcBef>
                <a:spcPts val="0"/>
              </a:spcBef>
              <a:spcAft>
                <a:spcPts val="0"/>
              </a:spcAft>
              <a:buClr>
                <a:srgbClr val="000000"/>
              </a:buClr>
              <a:buSzPts val="1200"/>
              <a:buFont typeface="Arial"/>
              <a:buNone/>
            </a:pPr>
            <a:r>
              <a:rPr b="0" i="0" lang="en" sz="1200" u="none" cap="none" strike="noStrike">
                <a:solidFill>
                  <a:srgbClr val="3F348A"/>
                </a:solidFill>
                <a:latin typeface="Noto Sans"/>
                <a:ea typeface="Noto Sans"/>
                <a:cs typeface="Noto Sans"/>
                <a:sym typeface="Noto Sans"/>
              </a:rPr>
              <a:t>Subheading</a:t>
            </a:r>
            <a:endParaRPr b="0" i="0" sz="700" u="none" cap="none" strike="noStrike">
              <a:solidFill>
                <a:srgbClr val="000000"/>
              </a:solidFill>
              <a:latin typeface="Arial"/>
              <a:ea typeface="Arial"/>
              <a:cs typeface="Arial"/>
              <a:sym typeface="Arial"/>
            </a:endParaRPr>
          </a:p>
        </p:txBody>
      </p:sp>
      <p:sp>
        <p:nvSpPr>
          <p:cNvPr id="113" name="Google Shape;113;p16"/>
          <p:cNvSpPr txBox="1"/>
          <p:nvPr/>
        </p:nvSpPr>
        <p:spPr>
          <a:xfrm>
            <a:off x="2480541" y="4134157"/>
            <a:ext cx="1106400" cy="443400"/>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Clr>
                <a:srgbClr val="000000"/>
              </a:buClr>
              <a:buSzPts val="1200"/>
              <a:buFont typeface="Arial"/>
              <a:buNone/>
            </a:pPr>
            <a:r>
              <a:rPr b="1" i="0" lang="en" sz="1200" u="none" cap="none" strike="noStrike">
                <a:solidFill>
                  <a:srgbClr val="3F348A"/>
                </a:solidFill>
                <a:latin typeface="Noto Sans"/>
                <a:ea typeface="Noto Sans"/>
                <a:cs typeface="Noto Sans"/>
                <a:sym typeface="Noto Sans"/>
              </a:rPr>
              <a:t>Caption</a:t>
            </a:r>
            <a:endParaRPr b="0" i="0" sz="700" u="none" cap="none" strike="noStrike">
              <a:solidFill>
                <a:srgbClr val="000000"/>
              </a:solidFill>
              <a:latin typeface="Arial"/>
              <a:ea typeface="Arial"/>
              <a:cs typeface="Arial"/>
              <a:sym typeface="Arial"/>
            </a:endParaRPr>
          </a:p>
          <a:p>
            <a:pPr indent="0" lvl="0" marL="0" marR="0" rtl="0" algn="l">
              <a:lnSpc>
                <a:spcPct val="140033"/>
              </a:lnSpc>
              <a:spcBef>
                <a:spcPts val="0"/>
              </a:spcBef>
              <a:spcAft>
                <a:spcPts val="0"/>
              </a:spcAft>
              <a:buClr>
                <a:srgbClr val="000000"/>
              </a:buClr>
              <a:buSzPts val="1200"/>
              <a:buFont typeface="Arial"/>
              <a:buNone/>
            </a:pPr>
            <a:r>
              <a:rPr b="0" i="0" lang="en" sz="1200" u="none" cap="none" strike="noStrike">
                <a:solidFill>
                  <a:srgbClr val="3F348A"/>
                </a:solidFill>
                <a:latin typeface="Noto Sans"/>
                <a:ea typeface="Noto Sans"/>
                <a:cs typeface="Noto Sans"/>
                <a:sym typeface="Noto Sans"/>
              </a:rPr>
              <a:t>Subheading</a:t>
            </a:r>
            <a:endParaRPr b="0" i="0" sz="700" u="none" cap="none" strike="noStrike">
              <a:solidFill>
                <a:srgbClr val="000000"/>
              </a:solidFill>
              <a:latin typeface="Arial"/>
              <a:ea typeface="Arial"/>
              <a:cs typeface="Arial"/>
              <a:sym typeface="Arial"/>
            </a:endParaRPr>
          </a:p>
        </p:txBody>
      </p:sp>
      <p:sp>
        <p:nvSpPr>
          <p:cNvPr id="114" name="Google Shape;114;p16"/>
          <p:cNvSpPr txBox="1"/>
          <p:nvPr/>
        </p:nvSpPr>
        <p:spPr>
          <a:xfrm>
            <a:off x="4272661" y="4134157"/>
            <a:ext cx="1106400" cy="443400"/>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Clr>
                <a:srgbClr val="000000"/>
              </a:buClr>
              <a:buSzPts val="1200"/>
              <a:buFont typeface="Arial"/>
              <a:buNone/>
            </a:pPr>
            <a:r>
              <a:rPr b="1" i="0" lang="en" sz="1200" u="none" cap="none" strike="noStrike">
                <a:solidFill>
                  <a:srgbClr val="3F348A"/>
                </a:solidFill>
                <a:latin typeface="Noto Sans"/>
                <a:ea typeface="Noto Sans"/>
                <a:cs typeface="Noto Sans"/>
                <a:sym typeface="Noto Sans"/>
              </a:rPr>
              <a:t>Caption</a:t>
            </a:r>
            <a:endParaRPr b="0" i="0" sz="700" u="none" cap="none" strike="noStrike">
              <a:solidFill>
                <a:srgbClr val="000000"/>
              </a:solidFill>
              <a:latin typeface="Arial"/>
              <a:ea typeface="Arial"/>
              <a:cs typeface="Arial"/>
              <a:sym typeface="Arial"/>
            </a:endParaRPr>
          </a:p>
          <a:p>
            <a:pPr indent="0" lvl="0" marL="0" marR="0" rtl="0" algn="l">
              <a:lnSpc>
                <a:spcPct val="140033"/>
              </a:lnSpc>
              <a:spcBef>
                <a:spcPts val="0"/>
              </a:spcBef>
              <a:spcAft>
                <a:spcPts val="0"/>
              </a:spcAft>
              <a:buClr>
                <a:srgbClr val="000000"/>
              </a:buClr>
              <a:buSzPts val="1200"/>
              <a:buFont typeface="Arial"/>
              <a:buNone/>
            </a:pPr>
            <a:r>
              <a:rPr b="0" i="0" lang="en" sz="1200" u="none" cap="none" strike="noStrike">
                <a:solidFill>
                  <a:srgbClr val="3F348A"/>
                </a:solidFill>
                <a:latin typeface="Noto Sans"/>
                <a:ea typeface="Noto Sans"/>
                <a:cs typeface="Noto Sans"/>
                <a:sym typeface="Noto Sans"/>
              </a:rPr>
              <a:t>Subheading</a:t>
            </a:r>
            <a:endParaRPr b="0" i="0" sz="700" u="none" cap="none" strike="noStrike">
              <a:solidFill>
                <a:srgbClr val="000000"/>
              </a:solidFill>
              <a:latin typeface="Arial"/>
              <a:ea typeface="Arial"/>
              <a:cs typeface="Arial"/>
              <a:sym typeface="Arial"/>
            </a:endParaRPr>
          </a:p>
        </p:txBody>
      </p:sp>
      <p:sp>
        <p:nvSpPr>
          <p:cNvPr id="115" name="Google Shape;115;p16"/>
          <p:cNvSpPr txBox="1"/>
          <p:nvPr/>
        </p:nvSpPr>
        <p:spPr>
          <a:xfrm>
            <a:off x="6083831" y="4134157"/>
            <a:ext cx="1106400" cy="443400"/>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Clr>
                <a:srgbClr val="000000"/>
              </a:buClr>
              <a:buSzPts val="1200"/>
              <a:buFont typeface="Arial"/>
              <a:buNone/>
            </a:pPr>
            <a:r>
              <a:rPr b="1" i="0" lang="en" sz="1200" u="none" cap="none" strike="noStrike">
                <a:solidFill>
                  <a:srgbClr val="3F348A"/>
                </a:solidFill>
                <a:latin typeface="Noto Sans"/>
                <a:ea typeface="Noto Sans"/>
                <a:cs typeface="Noto Sans"/>
                <a:sym typeface="Noto Sans"/>
              </a:rPr>
              <a:t>Caption</a:t>
            </a:r>
            <a:endParaRPr b="0" i="0" sz="700" u="none" cap="none" strike="noStrike">
              <a:solidFill>
                <a:srgbClr val="000000"/>
              </a:solidFill>
              <a:latin typeface="Arial"/>
              <a:ea typeface="Arial"/>
              <a:cs typeface="Arial"/>
              <a:sym typeface="Arial"/>
            </a:endParaRPr>
          </a:p>
          <a:p>
            <a:pPr indent="0" lvl="0" marL="0" marR="0" rtl="0" algn="l">
              <a:lnSpc>
                <a:spcPct val="140033"/>
              </a:lnSpc>
              <a:spcBef>
                <a:spcPts val="0"/>
              </a:spcBef>
              <a:spcAft>
                <a:spcPts val="0"/>
              </a:spcAft>
              <a:buClr>
                <a:srgbClr val="000000"/>
              </a:buClr>
              <a:buSzPts val="1200"/>
              <a:buFont typeface="Arial"/>
              <a:buNone/>
            </a:pPr>
            <a:r>
              <a:rPr b="0" i="0" lang="en" sz="1200" u="none" cap="none" strike="noStrike">
                <a:solidFill>
                  <a:srgbClr val="3F348A"/>
                </a:solidFill>
                <a:latin typeface="Noto Sans"/>
                <a:ea typeface="Noto Sans"/>
                <a:cs typeface="Noto Sans"/>
                <a:sym typeface="Noto Sans"/>
              </a:rPr>
              <a:t>Subheading</a:t>
            </a:r>
            <a:endParaRPr b="0" i="0" sz="700" u="none" cap="none" strike="noStrike">
              <a:solidFill>
                <a:srgbClr val="000000"/>
              </a:solidFill>
              <a:latin typeface="Arial"/>
              <a:ea typeface="Arial"/>
              <a:cs typeface="Arial"/>
              <a:sym typeface="Arial"/>
            </a:endParaRPr>
          </a:p>
        </p:txBody>
      </p:sp>
      <p:cxnSp>
        <p:nvCxnSpPr>
          <p:cNvPr id="116" name="Google Shape;116;p16"/>
          <p:cNvCxnSpPr/>
          <p:nvPr/>
        </p:nvCxnSpPr>
        <p:spPr>
          <a:xfrm>
            <a:off x="687563" y="1393776"/>
            <a:ext cx="7621800" cy="0"/>
          </a:xfrm>
          <a:prstGeom prst="straightConnector1">
            <a:avLst/>
          </a:prstGeom>
          <a:noFill/>
          <a:ln cap="flat" cmpd="sng" w="9525">
            <a:solidFill>
              <a:srgbClr val="E047D3"/>
            </a:solidFill>
            <a:prstDash val="solid"/>
            <a:round/>
            <a:headEnd len="sm" w="sm" type="none"/>
            <a:tailEnd len="sm" w="sm" type="none"/>
          </a:ln>
        </p:spPr>
      </p:cxnSp>
      <p:grpSp>
        <p:nvGrpSpPr>
          <p:cNvPr id="117" name="Google Shape;117;p16"/>
          <p:cNvGrpSpPr/>
          <p:nvPr/>
        </p:nvGrpSpPr>
        <p:grpSpPr>
          <a:xfrm>
            <a:off x="-608" y="4963708"/>
            <a:ext cx="9150250" cy="197571"/>
            <a:chOff x="-9601202" y="5296585"/>
            <a:chExt cx="18481619" cy="395143"/>
          </a:xfrm>
        </p:grpSpPr>
        <p:pic>
          <p:nvPicPr>
            <p:cNvPr id="118" name="Google Shape;118;p16"/>
            <p:cNvPicPr preferRelativeResize="0"/>
            <p:nvPr/>
          </p:nvPicPr>
          <p:blipFill rotWithShape="1">
            <a:blip r:embed="rId5">
              <a:alphaModFix/>
            </a:blip>
            <a:srcRect b="0" l="1857" r="95783" t="0"/>
            <a:stretch/>
          </p:blipFill>
          <p:spPr>
            <a:xfrm rot="5400000">
              <a:off x="-5086036" y="781418"/>
              <a:ext cx="395141" cy="9425473"/>
            </a:xfrm>
            <a:prstGeom prst="rect">
              <a:avLst/>
            </a:prstGeom>
            <a:noFill/>
            <a:ln>
              <a:noFill/>
            </a:ln>
          </p:spPr>
        </p:pic>
        <p:pic>
          <p:nvPicPr>
            <p:cNvPr id="119" name="Google Shape;119;p16"/>
            <p:cNvPicPr preferRelativeResize="0"/>
            <p:nvPr/>
          </p:nvPicPr>
          <p:blipFill rotWithShape="1">
            <a:blip r:embed="rId5">
              <a:alphaModFix/>
            </a:blip>
            <a:srcRect b="0" l="92964" r="4675" t="0"/>
            <a:stretch/>
          </p:blipFill>
          <p:spPr>
            <a:xfrm rot="5400000">
              <a:off x="4066910" y="878219"/>
              <a:ext cx="395141" cy="9231875"/>
            </a:xfrm>
            <a:prstGeom prst="rect">
              <a:avLst/>
            </a:prstGeom>
            <a:noFill/>
            <a:ln>
              <a:noFill/>
            </a:ln>
          </p:spPr>
        </p:pic>
      </p:grpSp>
      <p:pic>
        <p:nvPicPr>
          <p:cNvPr id="120" name="Google Shape;120;p16"/>
          <p:cNvPicPr preferRelativeResize="0"/>
          <p:nvPr/>
        </p:nvPicPr>
        <p:blipFill rotWithShape="1">
          <a:blip r:embed="rId6">
            <a:alphaModFix/>
          </a:blip>
          <a:srcRect b="0" l="0" r="0" t="0"/>
          <a:stretch/>
        </p:blipFill>
        <p:spPr>
          <a:xfrm>
            <a:off x="7751588" y="127072"/>
            <a:ext cx="1409701" cy="792117"/>
          </a:xfrm>
          <a:prstGeom prst="rect">
            <a:avLst/>
          </a:prstGeom>
          <a:noFill/>
          <a:ln>
            <a:noFill/>
          </a:ln>
        </p:spPr>
      </p:pic>
      <p:pic>
        <p:nvPicPr>
          <p:cNvPr id="121" name="Google Shape;121;p16" title="Group 1 (2).png"/>
          <p:cNvPicPr preferRelativeResize="0"/>
          <p:nvPr/>
        </p:nvPicPr>
        <p:blipFill>
          <a:blip r:embed="rId7">
            <a:alphaModFix/>
          </a:blip>
          <a:stretch>
            <a:fillRect/>
          </a:stretch>
        </p:blipFill>
        <p:spPr>
          <a:xfrm>
            <a:off x="191826" y="137500"/>
            <a:ext cx="1581300" cy="327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17"/>
          <p:cNvPicPr preferRelativeResize="0"/>
          <p:nvPr/>
        </p:nvPicPr>
        <p:blipFill rotWithShape="1">
          <a:blip r:embed="rId3">
            <a:alphaModFix amt="22000"/>
          </a:blip>
          <a:srcRect b="15957" l="6448" r="48800" t="20895"/>
          <a:stretch/>
        </p:blipFill>
        <p:spPr>
          <a:xfrm rot="10429865">
            <a:off x="-425853" y="661126"/>
            <a:ext cx="3441612" cy="4665955"/>
          </a:xfrm>
          <a:prstGeom prst="rect">
            <a:avLst/>
          </a:prstGeom>
          <a:noFill/>
          <a:ln>
            <a:noFill/>
          </a:ln>
        </p:spPr>
      </p:pic>
      <p:sp>
        <p:nvSpPr>
          <p:cNvPr id="127" name="Google Shape;127;p17"/>
          <p:cNvSpPr txBox="1"/>
          <p:nvPr/>
        </p:nvSpPr>
        <p:spPr>
          <a:xfrm>
            <a:off x="629197" y="906900"/>
            <a:ext cx="9843600" cy="554100"/>
          </a:xfrm>
          <a:prstGeom prst="rect">
            <a:avLst/>
          </a:prstGeom>
          <a:noFill/>
          <a:ln>
            <a:noFill/>
          </a:ln>
        </p:spPr>
        <p:txBody>
          <a:bodyPr anchorCtr="0" anchor="t" bIns="0" lIns="0" spcFirstLastPara="1" rIns="0" wrap="square" tIns="0">
            <a:spAutoFit/>
          </a:bodyPr>
          <a:lstStyle/>
          <a:p>
            <a:pPr indent="0" lvl="0" marL="0" marR="0" rtl="0" algn="l">
              <a:lnSpc>
                <a:spcPct val="140002"/>
              </a:lnSpc>
              <a:spcBef>
                <a:spcPts val="0"/>
              </a:spcBef>
              <a:spcAft>
                <a:spcPts val="0"/>
              </a:spcAft>
              <a:buClr>
                <a:srgbClr val="000000"/>
              </a:buClr>
              <a:buSzPts val="3600"/>
              <a:buFont typeface="Arial"/>
              <a:buNone/>
            </a:pPr>
            <a:r>
              <a:rPr b="1" i="0" lang="en" sz="3600" u="none" cap="none" strike="noStrike">
                <a:solidFill>
                  <a:srgbClr val="3E3582"/>
                </a:solidFill>
                <a:latin typeface="DM Sans"/>
                <a:ea typeface="DM Sans"/>
                <a:cs typeface="DM Sans"/>
                <a:sym typeface="DM Sans"/>
              </a:rPr>
              <a:t>&lt;Add your title here&gt;</a:t>
            </a:r>
            <a:endParaRPr b="0" i="0" sz="700" u="none" cap="none" strike="noStrike">
              <a:solidFill>
                <a:srgbClr val="000000"/>
              </a:solidFill>
              <a:latin typeface="Arial"/>
              <a:ea typeface="Arial"/>
              <a:cs typeface="Arial"/>
              <a:sym typeface="Arial"/>
            </a:endParaRPr>
          </a:p>
        </p:txBody>
      </p:sp>
      <p:sp>
        <p:nvSpPr>
          <p:cNvPr id="128" name="Google Shape;128;p17"/>
          <p:cNvSpPr txBox="1"/>
          <p:nvPr/>
        </p:nvSpPr>
        <p:spPr>
          <a:xfrm>
            <a:off x="687563" y="2608032"/>
            <a:ext cx="8018700" cy="7020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200"/>
              <a:buFont typeface="Arial"/>
              <a:buNone/>
            </a:pPr>
            <a:r>
              <a:rPr b="0" i="0" lang="en" sz="1200" u="none" cap="none" strike="noStrike">
                <a:solidFill>
                  <a:srgbClr val="3E3582"/>
                </a:solidFill>
                <a:latin typeface="Noto Sans"/>
                <a:ea typeface="Noto Sans"/>
                <a:cs typeface="Noto Sans"/>
                <a:sym typeface="Noto Sans"/>
              </a:rPr>
              <a:t>Lorem Ipsum is simply dummy text of the printing and typesetting industry. Lorem Ipsum has been the industry's standard dummy text ever since the 1500s, when an unknown printer took a galley of type and scrambled it to make a type specimen book. </a:t>
            </a:r>
            <a:endParaRPr b="0" i="0" sz="700" u="none" cap="none" strike="noStrike">
              <a:solidFill>
                <a:srgbClr val="000000"/>
              </a:solidFill>
              <a:latin typeface="Arial"/>
              <a:ea typeface="Arial"/>
              <a:cs typeface="Arial"/>
              <a:sym typeface="Arial"/>
            </a:endParaRPr>
          </a:p>
        </p:txBody>
      </p:sp>
      <p:sp>
        <p:nvSpPr>
          <p:cNvPr id="129" name="Google Shape;129;p17"/>
          <p:cNvSpPr txBox="1"/>
          <p:nvPr/>
        </p:nvSpPr>
        <p:spPr>
          <a:xfrm>
            <a:off x="722638" y="1783225"/>
            <a:ext cx="3658800" cy="246300"/>
          </a:xfrm>
          <a:prstGeom prst="rect">
            <a:avLst/>
          </a:prstGeom>
          <a:solidFill>
            <a:srgbClr val="E047D3"/>
          </a:solidFill>
          <a:ln>
            <a:noFill/>
          </a:ln>
        </p:spPr>
        <p:txBody>
          <a:bodyPr anchorCtr="0" anchor="t" bIns="0" lIns="0" spcFirstLastPara="1" rIns="0" wrap="square" tIns="0">
            <a:spAutoFit/>
          </a:bodyPr>
          <a:lstStyle/>
          <a:p>
            <a:pPr indent="0" lvl="0" marL="0" marR="0" rtl="0" algn="ctr">
              <a:lnSpc>
                <a:spcPct val="170994"/>
              </a:lnSpc>
              <a:spcBef>
                <a:spcPts val="0"/>
              </a:spcBef>
              <a:spcAft>
                <a:spcPts val="0"/>
              </a:spcAft>
              <a:buClr>
                <a:srgbClr val="000000"/>
              </a:buClr>
              <a:buSzPts val="1600"/>
              <a:buFont typeface="Arial"/>
              <a:buNone/>
            </a:pPr>
            <a:r>
              <a:rPr b="0" i="0" lang="en" sz="1600" u="none" cap="none" strike="noStrike">
                <a:solidFill>
                  <a:srgbClr val="FFFFFF"/>
                </a:solidFill>
                <a:latin typeface="Noto Sans"/>
                <a:ea typeface="Noto Sans"/>
                <a:cs typeface="Noto Sans"/>
                <a:sym typeface="Noto Sans"/>
              </a:rPr>
              <a:t>Use this space for highlighted text</a:t>
            </a:r>
            <a:endParaRPr b="0" i="0" sz="700" u="none" cap="none" strike="noStrike">
              <a:solidFill>
                <a:srgbClr val="000000"/>
              </a:solidFill>
              <a:latin typeface="Arial"/>
              <a:ea typeface="Arial"/>
              <a:cs typeface="Arial"/>
              <a:sym typeface="Arial"/>
            </a:endParaRPr>
          </a:p>
        </p:txBody>
      </p:sp>
      <p:pic>
        <p:nvPicPr>
          <p:cNvPr id="130" name="Google Shape;130;p17"/>
          <p:cNvPicPr preferRelativeResize="0"/>
          <p:nvPr/>
        </p:nvPicPr>
        <p:blipFill rotWithShape="1">
          <a:blip r:embed="rId4">
            <a:alphaModFix/>
          </a:blip>
          <a:srcRect b="0" l="0" r="0" t="0"/>
          <a:stretch/>
        </p:blipFill>
        <p:spPr>
          <a:xfrm>
            <a:off x="7751588" y="127072"/>
            <a:ext cx="1409701" cy="792117"/>
          </a:xfrm>
          <a:prstGeom prst="rect">
            <a:avLst/>
          </a:prstGeom>
          <a:noFill/>
          <a:ln>
            <a:noFill/>
          </a:ln>
        </p:spPr>
      </p:pic>
      <p:grpSp>
        <p:nvGrpSpPr>
          <p:cNvPr id="131" name="Google Shape;131;p17"/>
          <p:cNvGrpSpPr/>
          <p:nvPr/>
        </p:nvGrpSpPr>
        <p:grpSpPr>
          <a:xfrm>
            <a:off x="-608" y="4963708"/>
            <a:ext cx="9150250" cy="197571"/>
            <a:chOff x="-9601202" y="5296585"/>
            <a:chExt cx="18481619" cy="395143"/>
          </a:xfrm>
        </p:grpSpPr>
        <p:pic>
          <p:nvPicPr>
            <p:cNvPr id="132" name="Google Shape;132;p17"/>
            <p:cNvPicPr preferRelativeResize="0"/>
            <p:nvPr/>
          </p:nvPicPr>
          <p:blipFill rotWithShape="1">
            <a:blip r:embed="rId5">
              <a:alphaModFix/>
            </a:blip>
            <a:srcRect b="0" l="1857" r="95783" t="0"/>
            <a:stretch/>
          </p:blipFill>
          <p:spPr>
            <a:xfrm rot="5400000">
              <a:off x="-5086036" y="781418"/>
              <a:ext cx="395141" cy="9425473"/>
            </a:xfrm>
            <a:prstGeom prst="rect">
              <a:avLst/>
            </a:prstGeom>
            <a:noFill/>
            <a:ln>
              <a:noFill/>
            </a:ln>
          </p:spPr>
        </p:pic>
        <p:pic>
          <p:nvPicPr>
            <p:cNvPr id="133" name="Google Shape;133;p17"/>
            <p:cNvPicPr preferRelativeResize="0"/>
            <p:nvPr/>
          </p:nvPicPr>
          <p:blipFill rotWithShape="1">
            <a:blip r:embed="rId5">
              <a:alphaModFix/>
            </a:blip>
            <a:srcRect b="0" l="92964" r="4675" t="0"/>
            <a:stretch/>
          </p:blipFill>
          <p:spPr>
            <a:xfrm rot="5400000">
              <a:off x="4066910" y="878219"/>
              <a:ext cx="395141" cy="9231875"/>
            </a:xfrm>
            <a:prstGeom prst="rect">
              <a:avLst/>
            </a:prstGeom>
            <a:noFill/>
            <a:ln>
              <a:noFill/>
            </a:ln>
          </p:spPr>
        </p:pic>
      </p:grpSp>
      <p:cxnSp>
        <p:nvCxnSpPr>
          <p:cNvPr id="134" name="Google Shape;134;p17"/>
          <p:cNvCxnSpPr/>
          <p:nvPr/>
        </p:nvCxnSpPr>
        <p:spPr>
          <a:xfrm>
            <a:off x="687563" y="2502731"/>
            <a:ext cx="7621800" cy="0"/>
          </a:xfrm>
          <a:prstGeom prst="straightConnector1">
            <a:avLst/>
          </a:prstGeom>
          <a:noFill/>
          <a:ln cap="flat" cmpd="sng" w="9525">
            <a:solidFill>
              <a:srgbClr val="E047D3"/>
            </a:solidFill>
            <a:prstDash val="solid"/>
            <a:round/>
            <a:headEnd len="sm" w="sm" type="none"/>
            <a:tailEnd len="sm" w="sm" type="none"/>
          </a:ln>
        </p:spPr>
      </p:cxnSp>
      <p:grpSp>
        <p:nvGrpSpPr>
          <p:cNvPr id="135" name="Google Shape;135;p17"/>
          <p:cNvGrpSpPr/>
          <p:nvPr/>
        </p:nvGrpSpPr>
        <p:grpSpPr>
          <a:xfrm>
            <a:off x="1867272" y="-2285125"/>
            <a:ext cx="7294015" cy="7248835"/>
            <a:chOff x="3734545" y="-4570250"/>
            <a:chExt cx="14588030" cy="14497671"/>
          </a:xfrm>
        </p:grpSpPr>
        <p:pic>
          <p:nvPicPr>
            <p:cNvPr id="136" name="Google Shape;136;p17"/>
            <p:cNvPicPr preferRelativeResize="0"/>
            <p:nvPr/>
          </p:nvPicPr>
          <p:blipFill rotWithShape="1">
            <a:blip r:embed="rId6">
              <a:alphaModFix amt="26000"/>
            </a:blip>
            <a:srcRect b="15957" l="6448" r="48800" t="20895"/>
            <a:stretch/>
          </p:blipFill>
          <p:spPr>
            <a:xfrm rot="5400000">
              <a:off x="10830159" y="2435005"/>
              <a:ext cx="6360969" cy="8623863"/>
            </a:xfrm>
            <a:prstGeom prst="rect">
              <a:avLst/>
            </a:prstGeom>
            <a:noFill/>
            <a:ln>
              <a:noFill/>
            </a:ln>
          </p:spPr>
        </p:pic>
        <p:pic>
          <p:nvPicPr>
            <p:cNvPr id="137" name="Google Shape;137;p17"/>
            <p:cNvPicPr preferRelativeResize="0"/>
            <p:nvPr/>
          </p:nvPicPr>
          <p:blipFill rotWithShape="1">
            <a:blip r:embed="rId6">
              <a:alphaModFix amt="26000"/>
            </a:blip>
            <a:srcRect b="15957" l="6448" r="48800" t="20895"/>
            <a:stretch/>
          </p:blipFill>
          <p:spPr>
            <a:xfrm rot="-3046970">
              <a:off x="6083904" y="-3619695"/>
              <a:ext cx="6883224" cy="9331911"/>
            </a:xfrm>
            <a:prstGeom prst="rect">
              <a:avLst/>
            </a:prstGeom>
            <a:noFill/>
            <a:ln>
              <a:noFill/>
            </a:ln>
          </p:spPr>
        </p:pic>
      </p:grpSp>
      <p:pic>
        <p:nvPicPr>
          <p:cNvPr id="138" name="Google Shape;138;p17" title="Group 1 (2).png"/>
          <p:cNvPicPr preferRelativeResize="0"/>
          <p:nvPr/>
        </p:nvPicPr>
        <p:blipFill>
          <a:blip r:embed="rId7">
            <a:alphaModFix/>
          </a:blip>
          <a:stretch>
            <a:fillRect/>
          </a:stretch>
        </p:blipFill>
        <p:spPr>
          <a:xfrm>
            <a:off x="191826" y="137500"/>
            <a:ext cx="1581300" cy="327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8"/>
          <p:cNvPicPr preferRelativeResize="0"/>
          <p:nvPr/>
        </p:nvPicPr>
        <p:blipFill rotWithShape="1">
          <a:blip r:embed="rId3">
            <a:alphaModFix amt="14000"/>
          </a:blip>
          <a:srcRect b="15957" l="6448" r="48800" t="20895"/>
          <a:stretch/>
        </p:blipFill>
        <p:spPr>
          <a:xfrm rot="10429865">
            <a:off x="-3441" y="1040491"/>
            <a:ext cx="3441612" cy="4665955"/>
          </a:xfrm>
          <a:prstGeom prst="rect">
            <a:avLst/>
          </a:prstGeom>
          <a:noFill/>
          <a:ln>
            <a:noFill/>
          </a:ln>
        </p:spPr>
      </p:pic>
      <p:pic>
        <p:nvPicPr>
          <p:cNvPr id="144" name="Google Shape;144;p18"/>
          <p:cNvPicPr preferRelativeResize="0"/>
          <p:nvPr/>
        </p:nvPicPr>
        <p:blipFill rotWithShape="1">
          <a:blip r:embed="rId3">
            <a:alphaModFix amt="26000"/>
          </a:blip>
          <a:srcRect b="15957" l="6448" r="48800" t="20895"/>
          <a:stretch/>
        </p:blipFill>
        <p:spPr>
          <a:xfrm rot="5400000">
            <a:off x="5415079" y="1217503"/>
            <a:ext cx="3180485" cy="4311931"/>
          </a:xfrm>
          <a:prstGeom prst="rect">
            <a:avLst/>
          </a:prstGeom>
          <a:noFill/>
          <a:ln>
            <a:noFill/>
          </a:ln>
        </p:spPr>
      </p:pic>
      <p:pic>
        <p:nvPicPr>
          <p:cNvPr id="145" name="Google Shape;145;p18"/>
          <p:cNvPicPr preferRelativeResize="0"/>
          <p:nvPr/>
        </p:nvPicPr>
        <p:blipFill rotWithShape="1">
          <a:blip r:embed="rId3">
            <a:alphaModFix amt="26000"/>
          </a:blip>
          <a:srcRect b="15957" l="6448" r="48800" t="20895"/>
          <a:stretch/>
        </p:blipFill>
        <p:spPr>
          <a:xfrm rot="-3046969">
            <a:off x="3041952" y="-1809847"/>
            <a:ext cx="3441612" cy="4665955"/>
          </a:xfrm>
          <a:prstGeom prst="rect">
            <a:avLst/>
          </a:prstGeom>
          <a:noFill/>
          <a:ln>
            <a:noFill/>
          </a:ln>
        </p:spPr>
      </p:pic>
      <p:sp>
        <p:nvSpPr>
          <p:cNvPr id="146" name="Google Shape;146;p18"/>
          <p:cNvSpPr txBox="1"/>
          <p:nvPr/>
        </p:nvSpPr>
        <p:spPr>
          <a:xfrm>
            <a:off x="687563" y="728985"/>
            <a:ext cx="6283500" cy="3540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300"/>
              <a:buFont typeface="Arial"/>
              <a:buNone/>
            </a:pPr>
            <a:r>
              <a:rPr b="1" i="0" lang="en" sz="2300" u="none" cap="none" strike="noStrike">
                <a:solidFill>
                  <a:srgbClr val="3E3582"/>
                </a:solidFill>
                <a:latin typeface="DM Sans"/>
                <a:ea typeface="DM Sans"/>
                <a:cs typeface="DM Sans"/>
                <a:sym typeface="DM Sans"/>
              </a:rPr>
              <a:t>&lt;Add your title here&gt;</a:t>
            </a:r>
            <a:endParaRPr b="0" i="0" sz="700" u="none" cap="none" strike="noStrike">
              <a:solidFill>
                <a:srgbClr val="000000"/>
              </a:solidFill>
              <a:latin typeface="Arial"/>
              <a:ea typeface="Arial"/>
              <a:cs typeface="Arial"/>
              <a:sym typeface="Arial"/>
            </a:endParaRPr>
          </a:p>
        </p:txBody>
      </p:sp>
      <p:sp>
        <p:nvSpPr>
          <p:cNvPr id="147" name="Google Shape;147;p18"/>
          <p:cNvSpPr/>
          <p:nvPr/>
        </p:nvSpPr>
        <p:spPr>
          <a:xfrm>
            <a:off x="5337099" y="944915"/>
            <a:ext cx="3029062" cy="3677920"/>
          </a:xfrm>
          <a:custGeom>
            <a:rect b="b" l="l" r="r" t="t"/>
            <a:pathLst>
              <a:path extrusionOk="0" h="812800" w="669406">
                <a:moveTo>
                  <a:pt x="0" y="0"/>
                </a:moveTo>
                <a:lnTo>
                  <a:pt x="669406" y="0"/>
                </a:lnTo>
                <a:lnTo>
                  <a:pt x="669406" y="812800"/>
                </a:lnTo>
                <a:lnTo>
                  <a:pt x="0" y="812800"/>
                </a:lnTo>
                <a:close/>
              </a:path>
            </a:pathLst>
          </a:custGeom>
          <a:solidFill>
            <a:srgbClr val="B4B4B4"/>
          </a:solidFill>
          <a:ln cap="flat" cmpd="sng" w="6350">
            <a:solidFill>
              <a:srgbClr val="000000"/>
            </a:solidFill>
            <a:prstDash val="solid"/>
            <a:round/>
            <a:headEnd len="sm" w="sm" type="none"/>
            <a:tailEnd len="sm" w="sm" type="none"/>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8" name="Google Shape;148;p18"/>
          <p:cNvSpPr/>
          <p:nvPr/>
        </p:nvSpPr>
        <p:spPr>
          <a:xfrm flipH="1" rot="10800000">
            <a:off x="5310045" y="3759250"/>
            <a:ext cx="869900" cy="869900"/>
          </a:xfrm>
          <a:custGeom>
            <a:rect b="b" l="l" r="r" t="t"/>
            <a:pathLst>
              <a:path extrusionOk="0" h="1739800" w="1739800">
                <a:moveTo>
                  <a:pt x="0" y="1739800"/>
                </a:moveTo>
                <a:lnTo>
                  <a:pt x="1739801" y="1739800"/>
                </a:lnTo>
                <a:lnTo>
                  <a:pt x="1739801" y="0"/>
                </a:lnTo>
                <a:lnTo>
                  <a:pt x="0" y="0"/>
                </a:lnTo>
                <a:lnTo>
                  <a:pt x="0" y="173980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9" name="Google Shape;149;p18"/>
          <p:cNvSpPr/>
          <p:nvPr/>
        </p:nvSpPr>
        <p:spPr>
          <a:xfrm flipH="1">
            <a:off x="7414102" y="938238"/>
            <a:ext cx="958438" cy="958438"/>
          </a:xfrm>
          <a:custGeom>
            <a:rect b="b" l="l" r="r" t="t"/>
            <a:pathLst>
              <a:path extrusionOk="0" h="1916875" w="1916875">
                <a:moveTo>
                  <a:pt x="1916875" y="0"/>
                </a:moveTo>
                <a:lnTo>
                  <a:pt x="0" y="0"/>
                </a:lnTo>
                <a:lnTo>
                  <a:pt x="0" y="1916875"/>
                </a:lnTo>
                <a:lnTo>
                  <a:pt x="1916875" y="1916875"/>
                </a:lnTo>
                <a:lnTo>
                  <a:pt x="1916875"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50" name="Google Shape;150;p18"/>
          <p:cNvSpPr txBox="1"/>
          <p:nvPr/>
        </p:nvSpPr>
        <p:spPr>
          <a:xfrm>
            <a:off x="6293522" y="2108331"/>
            <a:ext cx="1071300" cy="2616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1700"/>
              <a:buFont typeface="Arial"/>
              <a:buNone/>
            </a:pPr>
            <a:r>
              <a:rPr b="0" i="0" lang="en" sz="1700" u="none" cap="none" strike="noStrike">
                <a:solidFill>
                  <a:srgbClr val="FFFFFF"/>
                </a:solidFill>
                <a:latin typeface="Noto Sans"/>
                <a:ea typeface="Noto Sans"/>
                <a:cs typeface="Noto Sans"/>
                <a:sym typeface="Noto Sans"/>
              </a:rPr>
              <a:t>[ IMAGE ]</a:t>
            </a:r>
            <a:endParaRPr b="0" i="0" sz="700" u="none" cap="none" strike="noStrike">
              <a:solidFill>
                <a:srgbClr val="000000"/>
              </a:solidFill>
              <a:latin typeface="Arial"/>
              <a:ea typeface="Arial"/>
              <a:cs typeface="Arial"/>
              <a:sym typeface="Arial"/>
            </a:endParaRPr>
          </a:p>
        </p:txBody>
      </p:sp>
      <p:sp>
        <p:nvSpPr>
          <p:cNvPr id="151" name="Google Shape;151;p18"/>
          <p:cNvSpPr txBox="1"/>
          <p:nvPr/>
        </p:nvSpPr>
        <p:spPr>
          <a:xfrm>
            <a:off x="673656" y="1627920"/>
            <a:ext cx="3816900" cy="7020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200"/>
              <a:buFont typeface="Arial"/>
              <a:buNone/>
            </a:pPr>
            <a:r>
              <a:rPr b="0" i="0" lang="en" sz="1200" u="none" cap="none" strike="noStrike">
                <a:solidFill>
                  <a:srgbClr val="3E3582"/>
                </a:solidFill>
                <a:latin typeface="Noto Sans"/>
                <a:ea typeface="Noto Sans"/>
                <a:cs typeface="Noto Sans"/>
                <a:sym typeface="Noto Sans"/>
              </a:rPr>
              <a:t>Lorem Ipsum is simply dummy text of the printing and typesetting industry. Lorem Ipsum has been the industry's standard dummy text ever since the 1500s.</a:t>
            </a:r>
            <a:endParaRPr b="0" i="0" sz="700" u="none" cap="none" strike="noStrike">
              <a:solidFill>
                <a:srgbClr val="000000"/>
              </a:solidFill>
              <a:latin typeface="Arial"/>
              <a:ea typeface="Arial"/>
              <a:cs typeface="Arial"/>
              <a:sym typeface="Arial"/>
            </a:endParaRPr>
          </a:p>
        </p:txBody>
      </p:sp>
      <p:pic>
        <p:nvPicPr>
          <p:cNvPr id="152" name="Google Shape;152;p18"/>
          <p:cNvPicPr preferRelativeResize="0"/>
          <p:nvPr/>
        </p:nvPicPr>
        <p:blipFill rotWithShape="1">
          <a:blip r:embed="rId5">
            <a:alphaModFix/>
          </a:blip>
          <a:srcRect b="0" l="0" r="0" t="0"/>
          <a:stretch/>
        </p:blipFill>
        <p:spPr>
          <a:xfrm>
            <a:off x="7751588" y="127072"/>
            <a:ext cx="1409701" cy="792117"/>
          </a:xfrm>
          <a:prstGeom prst="rect">
            <a:avLst/>
          </a:prstGeom>
          <a:noFill/>
          <a:ln>
            <a:noFill/>
          </a:ln>
        </p:spPr>
      </p:pic>
      <p:sp>
        <p:nvSpPr>
          <p:cNvPr id="153" name="Google Shape;153;p18"/>
          <p:cNvSpPr txBox="1"/>
          <p:nvPr/>
        </p:nvSpPr>
        <p:spPr>
          <a:xfrm>
            <a:off x="1877549" y="3170378"/>
            <a:ext cx="2674500" cy="153900"/>
          </a:xfrm>
          <a:prstGeom prst="rect">
            <a:avLst/>
          </a:prstGeom>
          <a:solidFill>
            <a:srgbClr val="E047D3"/>
          </a:solid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nvGrpSpPr>
          <p:cNvPr id="154" name="Google Shape;154;p18"/>
          <p:cNvGrpSpPr/>
          <p:nvPr/>
        </p:nvGrpSpPr>
        <p:grpSpPr>
          <a:xfrm>
            <a:off x="-608" y="4963708"/>
            <a:ext cx="9150250" cy="197571"/>
            <a:chOff x="-9601202" y="5296585"/>
            <a:chExt cx="18481619" cy="395143"/>
          </a:xfrm>
        </p:grpSpPr>
        <p:pic>
          <p:nvPicPr>
            <p:cNvPr id="155" name="Google Shape;155;p18"/>
            <p:cNvPicPr preferRelativeResize="0"/>
            <p:nvPr/>
          </p:nvPicPr>
          <p:blipFill rotWithShape="1">
            <a:blip r:embed="rId6">
              <a:alphaModFix/>
            </a:blip>
            <a:srcRect b="0" l="1857" r="95783" t="0"/>
            <a:stretch/>
          </p:blipFill>
          <p:spPr>
            <a:xfrm rot="5400000">
              <a:off x="-5086036" y="781418"/>
              <a:ext cx="395141" cy="9425473"/>
            </a:xfrm>
            <a:prstGeom prst="rect">
              <a:avLst/>
            </a:prstGeom>
            <a:noFill/>
            <a:ln>
              <a:noFill/>
            </a:ln>
          </p:spPr>
        </p:pic>
        <p:pic>
          <p:nvPicPr>
            <p:cNvPr id="156" name="Google Shape;156;p18"/>
            <p:cNvPicPr preferRelativeResize="0"/>
            <p:nvPr/>
          </p:nvPicPr>
          <p:blipFill rotWithShape="1">
            <a:blip r:embed="rId6">
              <a:alphaModFix/>
            </a:blip>
            <a:srcRect b="0" l="92964" r="4675" t="0"/>
            <a:stretch/>
          </p:blipFill>
          <p:spPr>
            <a:xfrm rot="5400000">
              <a:off x="4066910" y="878219"/>
              <a:ext cx="395141" cy="9231875"/>
            </a:xfrm>
            <a:prstGeom prst="rect">
              <a:avLst/>
            </a:prstGeom>
            <a:noFill/>
            <a:ln>
              <a:noFill/>
            </a:ln>
          </p:spPr>
        </p:pic>
      </p:grpSp>
      <p:cxnSp>
        <p:nvCxnSpPr>
          <p:cNvPr id="157" name="Google Shape;157;p18"/>
          <p:cNvCxnSpPr/>
          <p:nvPr/>
        </p:nvCxnSpPr>
        <p:spPr>
          <a:xfrm>
            <a:off x="687563" y="1393776"/>
            <a:ext cx="3495300" cy="0"/>
          </a:xfrm>
          <a:prstGeom prst="straightConnector1">
            <a:avLst/>
          </a:prstGeom>
          <a:noFill/>
          <a:ln cap="flat" cmpd="sng" w="9525">
            <a:solidFill>
              <a:srgbClr val="E047D3"/>
            </a:solidFill>
            <a:prstDash val="solid"/>
            <a:round/>
            <a:headEnd len="sm" w="sm" type="none"/>
            <a:tailEnd len="sm" w="sm" type="none"/>
          </a:ln>
        </p:spPr>
      </p:cxnSp>
      <p:sp>
        <p:nvSpPr>
          <p:cNvPr id="158" name="Google Shape;158;p18"/>
          <p:cNvSpPr txBox="1"/>
          <p:nvPr/>
        </p:nvSpPr>
        <p:spPr>
          <a:xfrm>
            <a:off x="2577115" y="3337282"/>
            <a:ext cx="1939200" cy="2463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600"/>
              <a:buFont typeface="Arial"/>
              <a:buNone/>
            </a:pPr>
            <a:r>
              <a:rPr b="0" i="0" lang="en" sz="1600" u="none" cap="none" strike="noStrike">
                <a:solidFill>
                  <a:srgbClr val="FFFFFF"/>
                </a:solidFill>
                <a:latin typeface="Noto Sans"/>
                <a:ea typeface="Noto Sans"/>
                <a:cs typeface="Noto Sans"/>
                <a:sym typeface="Noto Sans"/>
              </a:rPr>
              <a:t>Add Pointer here</a:t>
            </a:r>
            <a:endParaRPr b="0" i="0" sz="700" u="none" cap="none" strike="noStrike">
              <a:solidFill>
                <a:srgbClr val="000000"/>
              </a:solidFill>
              <a:latin typeface="Arial"/>
              <a:ea typeface="Arial"/>
              <a:cs typeface="Arial"/>
              <a:sym typeface="Arial"/>
            </a:endParaRPr>
          </a:p>
        </p:txBody>
      </p:sp>
      <p:sp>
        <p:nvSpPr>
          <p:cNvPr id="159" name="Google Shape;159;p18"/>
          <p:cNvSpPr txBox="1"/>
          <p:nvPr/>
        </p:nvSpPr>
        <p:spPr>
          <a:xfrm>
            <a:off x="1988280" y="3353109"/>
            <a:ext cx="481500" cy="365400"/>
          </a:xfrm>
          <a:prstGeom prst="rect">
            <a:avLst/>
          </a:prstGeom>
          <a:noFill/>
          <a:ln>
            <a:noFill/>
          </a:ln>
        </p:spPr>
        <p:txBody>
          <a:bodyPr anchorCtr="0" anchor="t" bIns="0" lIns="0" spcFirstLastPara="1" rIns="0" wrap="square" tIns="0">
            <a:spAutoFit/>
          </a:bodyPr>
          <a:lstStyle/>
          <a:p>
            <a:pPr indent="0" lvl="0" marL="0" marR="0" rtl="0" algn="l">
              <a:lnSpc>
                <a:spcPct val="94993"/>
              </a:lnSpc>
              <a:spcBef>
                <a:spcPts val="0"/>
              </a:spcBef>
              <a:spcAft>
                <a:spcPts val="0"/>
              </a:spcAft>
              <a:buClr>
                <a:srgbClr val="000000"/>
              </a:buClr>
              <a:buSzPts val="2500"/>
              <a:buFont typeface="Arial"/>
              <a:buNone/>
            </a:pPr>
            <a:r>
              <a:rPr b="1" i="0" lang="en" sz="2500" u="none" cap="none" strike="noStrike">
                <a:solidFill>
                  <a:srgbClr val="FFFFFF"/>
                </a:solidFill>
                <a:latin typeface="Arial"/>
                <a:ea typeface="Arial"/>
                <a:cs typeface="Arial"/>
                <a:sym typeface="Arial"/>
              </a:rPr>
              <a:t>01</a:t>
            </a:r>
            <a:endParaRPr b="0" i="0" sz="700" u="none" cap="none" strike="noStrike">
              <a:solidFill>
                <a:srgbClr val="000000"/>
              </a:solidFill>
              <a:latin typeface="Arial"/>
              <a:ea typeface="Arial"/>
              <a:cs typeface="Arial"/>
              <a:sym typeface="Arial"/>
            </a:endParaRPr>
          </a:p>
        </p:txBody>
      </p:sp>
      <p:sp>
        <p:nvSpPr>
          <p:cNvPr id="160" name="Google Shape;160;p18"/>
          <p:cNvSpPr txBox="1"/>
          <p:nvPr/>
        </p:nvSpPr>
        <p:spPr>
          <a:xfrm>
            <a:off x="4615075" y="3173994"/>
            <a:ext cx="2674500" cy="153900"/>
          </a:xfrm>
          <a:prstGeom prst="rect">
            <a:avLst/>
          </a:prstGeom>
          <a:solidFill>
            <a:srgbClr val="E047D3"/>
          </a:solid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1" name="Google Shape;161;p18"/>
          <p:cNvSpPr txBox="1"/>
          <p:nvPr/>
        </p:nvSpPr>
        <p:spPr>
          <a:xfrm>
            <a:off x="4741376" y="3353109"/>
            <a:ext cx="481500" cy="365400"/>
          </a:xfrm>
          <a:prstGeom prst="rect">
            <a:avLst/>
          </a:prstGeom>
          <a:noFill/>
          <a:ln>
            <a:noFill/>
          </a:ln>
        </p:spPr>
        <p:txBody>
          <a:bodyPr anchorCtr="0" anchor="t" bIns="0" lIns="0" spcFirstLastPara="1" rIns="0" wrap="square" tIns="0">
            <a:spAutoFit/>
          </a:bodyPr>
          <a:lstStyle/>
          <a:p>
            <a:pPr indent="0" lvl="0" marL="0" marR="0" rtl="0" algn="l">
              <a:lnSpc>
                <a:spcPct val="94993"/>
              </a:lnSpc>
              <a:spcBef>
                <a:spcPts val="0"/>
              </a:spcBef>
              <a:spcAft>
                <a:spcPts val="0"/>
              </a:spcAft>
              <a:buClr>
                <a:srgbClr val="000000"/>
              </a:buClr>
              <a:buSzPts val="2500"/>
              <a:buFont typeface="Arial"/>
              <a:buNone/>
            </a:pPr>
            <a:r>
              <a:rPr b="1" i="0" lang="en" sz="2500" u="none" cap="none" strike="noStrike">
                <a:solidFill>
                  <a:srgbClr val="FFFFFF"/>
                </a:solidFill>
                <a:latin typeface="Arial"/>
                <a:ea typeface="Arial"/>
                <a:cs typeface="Arial"/>
                <a:sym typeface="Arial"/>
              </a:rPr>
              <a:t>03</a:t>
            </a:r>
            <a:endParaRPr b="0" i="0" sz="700" u="none" cap="none" strike="noStrike">
              <a:solidFill>
                <a:srgbClr val="000000"/>
              </a:solidFill>
              <a:latin typeface="Arial"/>
              <a:ea typeface="Arial"/>
              <a:cs typeface="Arial"/>
              <a:sym typeface="Arial"/>
            </a:endParaRPr>
          </a:p>
        </p:txBody>
      </p:sp>
      <p:sp>
        <p:nvSpPr>
          <p:cNvPr id="162" name="Google Shape;162;p18"/>
          <p:cNvSpPr txBox="1"/>
          <p:nvPr/>
        </p:nvSpPr>
        <p:spPr>
          <a:xfrm>
            <a:off x="5310045" y="3326539"/>
            <a:ext cx="1939200" cy="2463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600"/>
              <a:buFont typeface="Arial"/>
              <a:buNone/>
            </a:pPr>
            <a:r>
              <a:rPr b="0" i="0" lang="en" sz="1600" u="none" cap="none" strike="noStrike">
                <a:solidFill>
                  <a:srgbClr val="FFFFFF"/>
                </a:solidFill>
                <a:latin typeface="Noto Sans"/>
                <a:ea typeface="Noto Sans"/>
                <a:cs typeface="Noto Sans"/>
                <a:sym typeface="Noto Sans"/>
              </a:rPr>
              <a:t>Add Pointer here</a:t>
            </a:r>
            <a:endParaRPr b="0" i="0" sz="700" u="none" cap="none" strike="noStrike">
              <a:solidFill>
                <a:srgbClr val="000000"/>
              </a:solidFill>
              <a:latin typeface="Arial"/>
              <a:ea typeface="Arial"/>
              <a:cs typeface="Arial"/>
              <a:sym typeface="Arial"/>
            </a:endParaRPr>
          </a:p>
        </p:txBody>
      </p:sp>
      <p:sp>
        <p:nvSpPr>
          <p:cNvPr id="163" name="Google Shape;163;p18"/>
          <p:cNvSpPr txBox="1"/>
          <p:nvPr/>
        </p:nvSpPr>
        <p:spPr>
          <a:xfrm>
            <a:off x="1874717" y="3895070"/>
            <a:ext cx="2674500" cy="153900"/>
          </a:xfrm>
          <a:prstGeom prst="rect">
            <a:avLst/>
          </a:prstGeom>
          <a:solidFill>
            <a:srgbClr val="E047D3"/>
          </a:solid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4" name="Google Shape;164;p18"/>
          <p:cNvSpPr txBox="1"/>
          <p:nvPr/>
        </p:nvSpPr>
        <p:spPr>
          <a:xfrm>
            <a:off x="1988280" y="4038571"/>
            <a:ext cx="472800" cy="365400"/>
          </a:xfrm>
          <a:prstGeom prst="rect">
            <a:avLst/>
          </a:prstGeom>
          <a:noFill/>
          <a:ln>
            <a:noFill/>
          </a:ln>
        </p:spPr>
        <p:txBody>
          <a:bodyPr anchorCtr="0" anchor="t" bIns="0" lIns="0" spcFirstLastPara="1" rIns="0" wrap="square" tIns="0">
            <a:spAutoFit/>
          </a:bodyPr>
          <a:lstStyle/>
          <a:p>
            <a:pPr indent="0" lvl="0" marL="0" marR="0" rtl="0" algn="l">
              <a:lnSpc>
                <a:spcPct val="94993"/>
              </a:lnSpc>
              <a:spcBef>
                <a:spcPts val="0"/>
              </a:spcBef>
              <a:spcAft>
                <a:spcPts val="0"/>
              </a:spcAft>
              <a:buClr>
                <a:srgbClr val="000000"/>
              </a:buClr>
              <a:buSzPts val="2500"/>
              <a:buFont typeface="Arial"/>
              <a:buNone/>
            </a:pPr>
            <a:r>
              <a:rPr b="1" i="0" lang="en" sz="2500" u="none" cap="none" strike="noStrike">
                <a:solidFill>
                  <a:srgbClr val="FFFFFF"/>
                </a:solidFill>
                <a:latin typeface="Arial"/>
                <a:ea typeface="Arial"/>
                <a:cs typeface="Arial"/>
                <a:sym typeface="Arial"/>
              </a:rPr>
              <a:t>02</a:t>
            </a:r>
            <a:endParaRPr b="0" i="0" sz="700" u="none" cap="none" strike="noStrike">
              <a:solidFill>
                <a:srgbClr val="000000"/>
              </a:solidFill>
              <a:latin typeface="Arial"/>
              <a:ea typeface="Arial"/>
              <a:cs typeface="Arial"/>
              <a:sym typeface="Arial"/>
            </a:endParaRPr>
          </a:p>
        </p:txBody>
      </p:sp>
      <p:sp>
        <p:nvSpPr>
          <p:cNvPr id="165" name="Google Shape;165;p18"/>
          <p:cNvSpPr txBox="1"/>
          <p:nvPr/>
        </p:nvSpPr>
        <p:spPr>
          <a:xfrm>
            <a:off x="2597191" y="4022744"/>
            <a:ext cx="1939200" cy="2463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600"/>
              <a:buFont typeface="Arial"/>
              <a:buNone/>
            </a:pPr>
            <a:r>
              <a:rPr b="0" i="0" lang="en" sz="1600" u="none" cap="none" strike="noStrike">
                <a:solidFill>
                  <a:srgbClr val="FFFFFF"/>
                </a:solidFill>
                <a:latin typeface="Noto Sans"/>
                <a:ea typeface="Noto Sans"/>
                <a:cs typeface="Noto Sans"/>
                <a:sym typeface="Noto Sans"/>
              </a:rPr>
              <a:t>Add Pointer here</a:t>
            </a:r>
            <a:endParaRPr b="0" i="0" sz="700" u="none" cap="none" strike="noStrike">
              <a:solidFill>
                <a:srgbClr val="000000"/>
              </a:solidFill>
              <a:latin typeface="Arial"/>
              <a:ea typeface="Arial"/>
              <a:cs typeface="Arial"/>
              <a:sym typeface="Arial"/>
            </a:endParaRPr>
          </a:p>
        </p:txBody>
      </p:sp>
      <p:sp>
        <p:nvSpPr>
          <p:cNvPr id="166" name="Google Shape;166;p18"/>
          <p:cNvSpPr txBox="1"/>
          <p:nvPr/>
        </p:nvSpPr>
        <p:spPr>
          <a:xfrm>
            <a:off x="4615075" y="3892958"/>
            <a:ext cx="2674500" cy="153900"/>
          </a:xfrm>
          <a:prstGeom prst="rect">
            <a:avLst/>
          </a:prstGeom>
          <a:solidFill>
            <a:srgbClr val="E047D3"/>
          </a:solid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7" name="Google Shape;167;p18"/>
          <p:cNvSpPr txBox="1"/>
          <p:nvPr/>
        </p:nvSpPr>
        <p:spPr>
          <a:xfrm>
            <a:off x="4741376" y="4038571"/>
            <a:ext cx="474000" cy="365400"/>
          </a:xfrm>
          <a:prstGeom prst="rect">
            <a:avLst/>
          </a:prstGeom>
          <a:noFill/>
          <a:ln>
            <a:noFill/>
          </a:ln>
        </p:spPr>
        <p:txBody>
          <a:bodyPr anchorCtr="0" anchor="t" bIns="0" lIns="0" spcFirstLastPara="1" rIns="0" wrap="square" tIns="0">
            <a:spAutoFit/>
          </a:bodyPr>
          <a:lstStyle/>
          <a:p>
            <a:pPr indent="0" lvl="0" marL="0" marR="0" rtl="0" algn="l">
              <a:lnSpc>
                <a:spcPct val="94993"/>
              </a:lnSpc>
              <a:spcBef>
                <a:spcPts val="0"/>
              </a:spcBef>
              <a:spcAft>
                <a:spcPts val="0"/>
              </a:spcAft>
              <a:buClr>
                <a:srgbClr val="000000"/>
              </a:buClr>
              <a:buSzPts val="2500"/>
              <a:buFont typeface="Arial"/>
              <a:buNone/>
            </a:pPr>
            <a:r>
              <a:rPr b="1" i="0" lang="en" sz="2500" u="none" cap="none" strike="noStrike">
                <a:solidFill>
                  <a:srgbClr val="FFFFFF"/>
                </a:solidFill>
                <a:latin typeface="Arial"/>
                <a:ea typeface="Arial"/>
                <a:cs typeface="Arial"/>
                <a:sym typeface="Arial"/>
              </a:rPr>
              <a:t>04</a:t>
            </a:r>
            <a:endParaRPr b="0" i="0" sz="700" u="none" cap="none" strike="noStrike">
              <a:solidFill>
                <a:srgbClr val="000000"/>
              </a:solidFill>
              <a:latin typeface="Arial"/>
              <a:ea typeface="Arial"/>
              <a:cs typeface="Arial"/>
              <a:sym typeface="Arial"/>
            </a:endParaRPr>
          </a:p>
        </p:txBody>
      </p:sp>
      <p:sp>
        <p:nvSpPr>
          <p:cNvPr id="168" name="Google Shape;168;p18"/>
          <p:cNvSpPr txBox="1"/>
          <p:nvPr/>
        </p:nvSpPr>
        <p:spPr>
          <a:xfrm>
            <a:off x="5330122" y="4012618"/>
            <a:ext cx="1939200" cy="2463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600"/>
              <a:buFont typeface="Arial"/>
              <a:buNone/>
            </a:pPr>
            <a:r>
              <a:rPr b="0" i="0" lang="en" sz="1600" u="none" cap="none" strike="noStrike">
                <a:solidFill>
                  <a:srgbClr val="FFFFFF"/>
                </a:solidFill>
                <a:latin typeface="Noto Sans"/>
                <a:ea typeface="Noto Sans"/>
                <a:cs typeface="Noto Sans"/>
                <a:sym typeface="Noto Sans"/>
              </a:rPr>
              <a:t>Add Pointer here</a:t>
            </a:r>
            <a:endParaRPr b="0" i="0" sz="700" u="none" cap="none" strike="noStrike">
              <a:solidFill>
                <a:srgbClr val="000000"/>
              </a:solidFill>
              <a:latin typeface="Arial"/>
              <a:ea typeface="Arial"/>
              <a:cs typeface="Arial"/>
              <a:sym typeface="Arial"/>
            </a:endParaRPr>
          </a:p>
        </p:txBody>
      </p:sp>
      <p:pic>
        <p:nvPicPr>
          <p:cNvPr id="169" name="Google Shape;169;p18" title="Group 1 (2).png"/>
          <p:cNvPicPr preferRelativeResize="0"/>
          <p:nvPr/>
        </p:nvPicPr>
        <p:blipFill>
          <a:blip r:embed="rId7">
            <a:alphaModFix/>
          </a:blip>
          <a:stretch>
            <a:fillRect/>
          </a:stretch>
        </p:blipFill>
        <p:spPr>
          <a:xfrm>
            <a:off x="191826" y="137500"/>
            <a:ext cx="1581300" cy="327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19"/>
          <p:cNvPicPr preferRelativeResize="0"/>
          <p:nvPr/>
        </p:nvPicPr>
        <p:blipFill rotWithShape="1">
          <a:blip r:embed="rId3">
            <a:alphaModFix amt="14000"/>
          </a:blip>
          <a:srcRect b="15957" l="6448" r="48800" t="20895"/>
          <a:stretch/>
        </p:blipFill>
        <p:spPr>
          <a:xfrm rot="10429865">
            <a:off x="-3441" y="1040491"/>
            <a:ext cx="3441612" cy="4665955"/>
          </a:xfrm>
          <a:prstGeom prst="rect">
            <a:avLst/>
          </a:prstGeom>
          <a:noFill/>
          <a:ln>
            <a:noFill/>
          </a:ln>
        </p:spPr>
      </p:pic>
      <p:pic>
        <p:nvPicPr>
          <p:cNvPr id="175" name="Google Shape;175;p19"/>
          <p:cNvPicPr preferRelativeResize="0"/>
          <p:nvPr/>
        </p:nvPicPr>
        <p:blipFill rotWithShape="1">
          <a:blip r:embed="rId3">
            <a:alphaModFix amt="26000"/>
          </a:blip>
          <a:srcRect b="15957" l="6448" r="48800" t="20895"/>
          <a:stretch/>
        </p:blipFill>
        <p:spPr>
          <a:xfrm rot="5400000">
            <a:off x="5415079" y="1217503"/>
            <a:ext cx="3180485" cy="4311931"/>
          </a:xfrm>
          <a:prstGeom prst="rect">
            <a:avLst/>
          </a:prstGeom>
          <a:noFill/>
          <a:ln>
            <a:noFill/>
          </a:ln>
        </p:spPr>
      </p:pic>
      <p:pic>
        <p:nvPicPr>
          <p:cNvPr id="176" name="Google Shape;176;p19"/>
          <p:cNvPicPr preferRelativeResize="0"/>
          <p:nvPr/>
        </p:nvPicPr>
        <p:blipFill rotWithShape="1">
          <a:blip r:embed="rId3">
            <a:alphaModFix amt="26000"/>
          </a:blip>
          <a:srcRect b="15957" l="6448" r="48800" t="20895"/>
          <a:stretch/>
        </p:blipFill>
        <p:spPr>
          <a:xfrm rot="-3046969">
            <a:off x="3041952" y="-1809847"/>
            <a:ext cx="3441612" cy="4665955"/>
          </a:xfrm>
          <a:prstGeom prst="rect">
            <a:avLst/>
          </a:prstGeom>
          <a:noFill/>
          <a:ln>
            <a:noFill/>
          </a:ln>
        </p:spPr>
      </p:pic>
      <p:sp>
        <p:nvSpPr>
          <p:cNvPr id="177" name="Google Shape;177;p19"/>
          <p:cNvSpPr/>
          <p:nvPr/>
        </p:nvSpPr>
        <p:spPr>
          <a:xfrm>
            <a:off x="8004878" y="256438"/>
            <a:ext cx="914559" cy="786576"/>
          </a:xfrm>
          <a:custGeom>
            <a:rect b="b" l="l" r="r" t="t"/>
            <a:pathLst>
              <a:path extrusionOk="0" h="1573152" w="1829117">
                <a:moveTo>
                  <a:pt x="0" y="0"/>
                </a:moveTo>
                <a:lnTo>
                  <a:pt x="1829118" y="0"/>
                </a:lnTo>
                <a:lnTo>
                  <a:pt x="1829118" y="1573152"/>
                </a:lnTo>
                <a:lnTo>
                  <a:pt x="0" y="1573152"/>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8" name="Google Shape;178;p19"/>
          <p:cNvSpPr txBox="1"/>
          <p:nvPr/>
        </p:nvSpPr>
        <p:spPr>
          <a:xfrm>
            <a:off x="687563" y="728985"/>
            <a:ext cx="6283500" cy="3540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300"/>
              <a:buFont typeface="Arial"/>
              <a:buNone/>
            </a:pPr>
            <a:r>
              <a:rPr b="1" i="0" lang="en" sz="2300" u="none" cap="none" strike="noStrike">
                <a:solidFill>
                  <a:srgbClr val="3E3582"/>
                </a:solidFill>
                <a:latin typeface="DM Sans"/>
                <a:ea typeface="DM Sans"/>
                <a:cs typeface="DM Sans"/>
                <a:sym typeface="DM Sans"/>
              </a:rPr>
              <a:t>&lt;Heading&gt;</a:t>
            </a:r>
            <a:endParaRPr b="0" i="0" sz="700" u="none" cap="none" strike="noStrike">
              <a:solidFill>
                <a:srgbClr val="000000"/>
              </a:solidFill>
              <a:latin typeface="Arial"/>
              <a:ea typeface="Arial"/>
              <a:cs typeface="Arial"/>
              <a:sym typeface="Arial"/>
            </a:endParaRPr>
          </a:p>
        </p:txBody>
      </p:sp>
      <p:graphicFrame>
        <p:nvGraphicFramePr>
          <p:cNvPr id="179" name="Google Shape;179;p19"/>
          <p:cNvGraphicFramePr/>
          <p:nvPr/>
        </p:nvGraphicFramePr>
        <p:xfrm>
          <a:off x="687563" y="2800350"/>
          <a:ext cx="3000000" cy="3000000"/>
        </p:xfrm>
        <a:graphic>
          <a:graphicData uri="http://schemas.openxmlformats.org/drawingml/2006/table">
            <a:tbl>
              <a:tblPr>
                <a:noFill/>
                <a:tableStyleId>{2676C08F-4A02-4C6B-86B1-9F829C6E8700}</a:tableStyleId>
              </a:tblPr>
              <a:tblGrid>
                <a:gridCol w="1766775"/>
                <a:gridCol w="1932100"/>
                <a:gridCol w="1932100"/>
                <a:gridCol w="1932100"/>
              </a:tblGrid>
              <a:tr h="444225">
                <a:tc>
                  <a:txBody>
                    <a:bodyPr/>
                    <a:lstStyle/>
                    <a:p>
                      <a:pPr indent="0" lvl="0" marL="0" marR="0" rtl="0" algn="ctr">
                        <a:lnSpc>
                          <a:spcPct val="140016"/>
                        </a:lnSpc>
                        <a:spcBef>
                          <a:spcPts val="0"/>
                        </a:spcBef>
                        <a:spcAft>
                          <a:spcPts val="0"/>
                        </a:spcAft>
                        <a:buClr>
                          <a:srgbClr val="000000"/>
                        </a:buClr>
                        <a:buSzPts val="1200"/>
                        <a:buFont typeface="Arial"/>
                        <a:buNone/>
                      </a:pPr>
                      <a:r>
                        <a:rPr b="1" lang="en" sz="1200" u="none" cap="none" strike="noStrike">
                          <a:solidFill>
                            <a:srgbClr val="FFFFFF"/>
                          </a:solidFill>
                          <a:latin typeface="Noto Sans"/>
                          <a:ea typeface="Noto Sans"/>
                          <a:cs typeface="Noto Sans"/>
                          <a:sym typeface="Noto Sans"/>
                        </a:rPr>
                        <a:t>Heading 1</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E047D3"/>
                    </a:solidFill>
                  </a:tcPr>
                </a:tc>
                <a:tc>
                  <a:txBody>
                    <a:bodyPr/>
                    <a:lstStyle/>
                    <a:p>
                      <a:pPr indent="0" lvl="0" marL="0" marR="0" rtl="0" algn="ctr">
                        <a:lnSpc>
                          <a:spcPct val="140016"/>
                        </a:lnSpc>
                        <a:spcBef>
                          <a:spcPts val="0"/>
                        </a:spcBef>
                        <a:spcAft>
                          <a:spcPts val="0"/>
                        </a:spcAft>
                        <a:buClr>
                          <a:srgbClr val="000000"/>
                        </a:buClr>
                        <a:buSzPts val="1200"/>
                        <a:buFont typeface="Arial"/>
                        <a:buNone/>
                      </a:pPr>
                      <a:r>
                        <a:rPr b="1" lang="en" sz="1200" u="none" cap="none" strike="noStrike">
                          <a:solidFill>
                            <a:srgbClr val="FFFFFF"/>
                          </a:solidFill>
                          <a:latin typeface="Noto Sans"/>
                          <a:ea typeface="Noto Sans"/>
                          <a:cs typeface="Noto Sans"/>
                          <a:sym typeface="Noto Sans"/>
                        </a:rPr>
                        <a:t>Heading 2</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E047D3"/>
                    </a:solidFill>
                  </a:tcPr>
                </a:tc>
                <a:tc>
                  <a:txBody>
                    <a:bodyPr/>
                    <a:lstStyle/>
                    <a:p>
                      <a:pPr indent="0" lvl="0" marL="0" marR="0" rtl="0" algn="ctr">
                        <a:lnSpc>
                          <a:spcPct val="140016"/>
                        </a:lnSpc>
                        <a:spcBef>
                          <a:spcPts val="0"/>
                        </a:spcBef>
                        <a:spcAft>
                          <a:spcPts val="0"/>
                        </a:spcAft>
                        <a:buClr>
                          <a:srgbClr val="000000"/>
                        </a:buClr>
                        <a:buSzPts val="1200"/>
                        <a:buFont typeface="Arial"/>
                        <a:buNone/>
                      </a:pPr>
                      <a:r>
                        <a:rPr b="1" lang="en" sz="1200" u="none" cap="none" strike="noStrike">
                          <a:solidFill>
                            <a:srgbClr val="FFFFFF"/>
                          </a:solidFill>
                          <a:latin typeface="Noto Sans"/>
                          <a:ea typeface="Noto Sans"/>
                          <a:cs typeface="Noto Sans"/>
                          <a:sym typeface="Noto Sans"/>
                        </a:rPr>
                        <a:t>Heading 3</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E047D3"/>
                    </a:solidFill>
                  </a:tcPr>
                </a:tc>
                <a:tc>
                  <a:txBody>
                    <a:bodyPr/>
                    <a:lstStyle/>
                    <a:p>
                      <a:pPr indent="0" lvl="0" marL="0" marR="0" rtl="0" algn="ctr">
                        <a:lnSpc>
                          <a:spcPct val="140016"/>
                        </a:lnSpc>
                        <a:spcBef>
                          <a:spcPts val="0"/>
                        </a:spcBef>
                        <a:spcAft>
                          <a:spcPts val="0"/>
                        </a:spcAft>
                        <a:buClr>
                          <a:srgbClr val="000000"/>
                        </a:buClr>
                        <a:buSzPts val="1200"/>
                        <a:buFont typeface="Arial"/>
                        <a:buNone/>
                      </a:pPr>
                      <a:r>
                        <a:rPr b="1" lang="en" sz="1200" u="none" cap="none" strike="noStrike">
                          <a:solidFill>
                            <a:srgbClr val="FFFFFF"/>
                          </a:solidFill>
                          <a:latin typeface="Noto Sans"/>
                          <a:ea typeface="Noto Sans"/>
                          <a:cs typeface="Noto Sans"/>
                          <a:sym typeface="Noto Sans"/>
                        </a:rPr>
                        <a:t>Heading 4</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E047D3"/>
                    </a:solidFill>
                  </a:tcPr>
                </a:tc>
              </a:tr>
              <a:tr h="396450">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Sample text</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95%</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High</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Stable</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r>
              <a:tr h="396450">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Sample text</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90%</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Medium</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Adequate</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r>
              <a:tr h="396450">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Sample text</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80%</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High</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c>
                  <a:txBody>
                    <a:bodyPr/>
                    <a:lstStyle/>
                    <a:p>
                      <a:pPr indent="0" lvl="0" marL="0" marR="0" rtl="0" algn="ctr">
                        <a:lnSpc>
                          <a:spcPct val="140020"/>
                        </a:lnSpc>
                        <a:spcBef>
                          <a:spcPts val="0"/>
                        </a:spcBef>
                        <a:spcAft>
                          <a:spcPts val="0"/>
                        </a:spcAft>
                        <a:buClr>
                          <a:srgbClr val="000000"/>
                        </a:buClr>
                        <a:buSzPts val="1000"/>
                        <a:buFont typeface="Arial"/>
                        <a:buNone/>
                      </a:pPr>
                      <a:r>
                        <a:rPr b="1" lang="en" sz="1000" u="none" cap="none" strike="noStrike">
                          <a:solidFill>
                            <a:srgbClr val="000000"/>
                          </a:solidFill>
                          <a:latin typeface="Noto Sans"/>
                          <a:ea typeface="Noto Sans"/>
                          <a:cs typeface="Noto Sans"/>
                          <a:sym typeface="Noto Sans"/>
                        </a:rPr>
                        <a:t>Needs Upgrade</a:t>
                      </a:r>
                      <a:endParaRPr b="1" sz="600" u="none" cap="none" strike="noStrike"/>
                    </a:p>
                  </a:txBody>
                  <a:tcPr marT="95250" marB="95250" marR="95250" marL="95250" anchor="ctr">
                    <a:lnL cap="flat" cmpd="sng" w="4775">
                      <a:solidFill>
                        <a:srgbClr val="38318E"/>
                      </a:solidFill>
                      <a:prstDash val="solid"/>
                      <a:round/>
                      <a:headEnd len="sm" w="sm" type="none"/>
                      <a:tailEnd len="sm" w="sm" type="none"/>
                    </a:lnL>
                    <a:lnR cap="flat" cmpd="sng" w="4775">
                      <a:solidFill>
                        <a:srgbClr val="38318E"/>
                      </a:solidFill>
                      <a:prstDash val="solid"/>
                      <a:round/>
                      <a:headEnd len="sm" w="sm" type="none"/>
                      <a:tailEnd len="sm" w="sm" type="none"/>
                    </a:lnR>
                    <a:lnT cap="flat" cmpd="sng" w="4775">
                      <a:solidFill>
                        <a:srgbClr val="38318E"/>
                      </a:solidFill>
                      <a:prstDash val="solid"/>
                      <a:round/>
                      <a:headEnd len="sm" w="sm" type="none"/>
                      <a:tailEnd len="sm" w="sm" type="none"/>
                    </a:lnT>
                    <a:lnB cap="flat" cmpd="sng" w="4775">
                      <a:solidFill>
                        <a:srgbClr val="38318E"/>
                      </a:solidFill>
                      <a:prstDash val="solid"/>
                      <a:round/>
                      <a:headEnd len="sm" w="sm" type="none"/>
                      <a:tailEnd len="sm" w="sm" type="none"/>
                    </a:lnB>
                    <a:solidFill>
                      <a:srgbClr val="C5D8F1"/>
                    </a:solidFill>
                  </a:tcPr>
                </a:tc>
              </a:tr>
            </a:tbl>
          </a:graphicData>
        </a:graphic>
      </p:graphicFrame>
      <p:sp>
        <p:nvSpPr>
          <p:cNvPr id="180" name="Google Shape;180;p19"/>
          <p:cNvSpPr txBox="1"/>
          <p:nvPr/>
        </p:nvSpPr>
        <p:spPr>
          <a:xfrm>
            <a:off x="687563" y="1653042"/>
            <a:ext cx="6837300" cy="702000"/>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Clr>
                <a:srgbClr val="000000"/>
              </a:buClr>
              <a:buSzPts val="1200"/>
              <a:buFont typeface="Arial"/>
              <a:buNone/>
            </a:pPr>
            <a:r>
              <a:rPr b="0" i="0" lang="en" sz="1200" u="none" cap="none" strike="noStrike">
                <a:solidFill>
                  <a:srgbClr val="3E3582"/>
                </a:solidFill>
                <a:latin typeface="Noto Sans"/>
                <a:ea typeface="Noto Sans"/>
                <a:cs typeface="Noto Sans"/>
                <a:sym typeface="Noto Sans"/>
              </a:rPr>
              <a:t>Lorem Ipsum is simply dummy text of the printing and typesetting industry. Lorem Ipsum has been the industry's standard dummy text ever since the 1500s, when an unknown printer took a galley of type and scrambled it to make a type specimen book.</a:t>
            </a:r>
            <a:endParaRPr b="0" i="0" sz="700" u="none" cap="none" strike="noStrike">
              <a:solidFill>
                <a:srgbClr val="000000"/>
              </a:solidFill>
              <a:latin typeface="Arial"/>
              <a:ea typeface="Arial"/>
              <a:cs typeface="Arial"/>
              <a:sym typeface="Arial"/>
            </a:endParaRPr>
          </a:p>
        </p:txBody>
      </p:sp>
      <p:grpSp>
        <p:nvGrpSpPr>
          <p:cNvPr id="181" name="Google Shape;181;p19"/>
          <p:cNvGrpSpPr/>
          <p:nvPr/>
        </p:nvGrpSpPr>
        <p:grpSpPr>
          <a:xfrm>
            <a:off x="-608" y="4963708"/>
            <a:ext cx="9150250" cy="197571"/>
            <a:chOff x="-9601202" y="5296585"/>
            <a:chExt cx="18481619" cy="395143"/>
          </a:xfrm>
        </p:grpSpPr>
        <p:pic>
          <p:nvPicPr>
            <p:cNvPr id="182" name="Google Shape;182;p19"/>
            <p:cNvPicPr preferRelativeResize="0"/>
            <p:nvPr/>
          </p:nvPicPr>
          <p:blipFill rotWithShape="1">
            <a:blip r:embed="rId5">
              <a:alphaModFix/>
            </a:blip>
            <a:srcRect b="0" l="1857" r="95783" t="0"/>
            <a:stretch/>
          </p:blipFill>
          <p:spPr>
            <a:xfrm rot="5400000">
              <a:off x="-5086036" y="781418"/>
              <a:ext cx="395141" cy="9425473"/>
            </a:xfrm>
            <a:prstGeom prst="rect">
              <a:avLst/>
            </a:prstGeom>
            <a:noFill/>
            <a:ln>
              <a:noFill/>
            </a:ln>
          </p:spPr>
        </p:pic>
        <p:pic>
          <p:nvPicPr>
            <p:cNvPr id="183" name="Google Shape;183;p19"/>
            <p:cNvPicPr preferRelativeResize="0"/>
            <p:nvPr/>
          </p:nvPicPr>
          <p:blipFill rotWithShape="1">
            <a:blip r:embed="rId5">
              <a:alphaModFix/>
            </a:blip>
            <a:srcRect b="0" l="92964" r="4675" t="0"/>
            <a:stretch/>
          </p:blipFill>
          <p:spPr>
            <a:xfrm rot="5400000">
              <a:off x="4066910" y="878219"/>
              <a:ext cx="395141" cy="9231875"/>
            </a:xfrm>
            <a:prstGeom prst="rect">
              <a:avLst/>
            </a:prstGeom>
            <a:noFill/>
            <a:ln>
              <a:noFill/>
            </a:ln>
          </p:spPr>
        </p:pic>
      </p:grpSp>
      <p:cxnSp>
        <p:nvCxnSpPr>
          <p:cNvPr id="184" name="Google Shape;184;p19"/>
          <p:cNvCxnSpPr/>
          <p:nvPr/>
        </p:nvCxnSpPr>
        <p:spPr>
          <a:xfrm>
            <a:off x="687563" y="1393776"/>
            <a:ext cx="7621800" cy="0"/>
          </a:xfrm>
          <a:prstGeom prst="straightConnector1">
            <a:avLst/>
          </a:prstGeom>
          <a:noFill/>
          <a:ln cap="flat" cmpd="sng" w="9525">
            <a:solidFill>
              <a:srgbClr val="E047D3"/>
            </a:solidFill>
            <a:prstDash val="solid"/>
            <a:round/>
            <a:headEnd len="sm" w="sm" type="none"/>
            <a:tailEnd len="sm" w="sm" type="none"/>
          </a:ln>
        </p:spPr>
      </p:cxnSp>
      <p:pic>
        <p:nvPicPr>
          <p:cNvPr id="185" name="Google Shape;185;p19" title="Group 1 (2).png"/>
          <p:cNvPicPr preferRelativeResize="0"/>
          <p:nvPr/>
        </p:nvPicPr>
        <p:blipFill>
          <a:blip r:embed="rId6">
            <a:alphaModFix/>
          </a:blip>
          <a:stretch>
            <a:fillRect/>
          </a:stretch>
        </p:blipFill>
        <p:spPr>
          <a:xfrm>
            <a:off x="191826" y="137500"/>
            <a:ext cx="1581300" cy="327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0"/>
          <p:cNvPicPr preferRelativeResize="0"/>
          <p:nvPr/>
        </p:nvPicPr>
        <p:blipFill rotWithShape="1">
          <a:blip r:embed="rId3">
            <a:alphaModFix amt="26000"/>
          </a:blip>
          <a:srcRect b="15957" l="6448" r="48800" t="20895"/>
          <a:stretch/>
        </p:blipFill>
        <p:spPr>
          <a:xfrm rot="5400000">
            <a:off x="5415079" y="1217503"/>
            <a:ext cx="3180485" cy="4311931"/>
          </a:xfrm>
          <a:prstGeom prst="rect">
            <a:avLst/>
          </a:prstGeom>
          <a:noFill/>
          <a:ln>
            <a:noFill/>
          </a:ln>
        </p:spPr>
      </p:pic>
      <p:pic>
        <p:nvPicPr>
          <p:cNvPr id="191" name="Google Shape;191;p20"/>
          <p:cNvPicPr preferRelativeResize="0"/>
          <p:nvPr/>
        </p:nvPicPr>
        <p:blipFill rotWithShape="1">
          <a:blip r:embed="rId3">
            <a:alphaModFix amt="26000"/>
          </a:blip>
          <a:srcRect b="15957" l="6448" r="48800" t="20895"/>
          <a:stretch/>
        </p:blipFill>
        <p:spPr>
          <a:xfrm rot="-3046969">
            <a:off x="3041952" y="-1809847"/>
            <a:ext cx="3441612" cy="4665955"/>
          </a:xfrm>
          <a:prstGeom prst="rect">
            <a:avLst/>
          </a:prstGeom>
          <a:noFill/>
          <a:ln>
            <a:noFill/>
          </a:ln>
        </p:spPr>
      </p:pic>
      <p:sp>
        <p:nvSpPr>
          <p:cNvPr id="192" name="Google Shape;192;p20"/>
          <p:cNvSpPr txBox="1"/>
          <p:nvPr/>
        </p:nvSpPr>
        <p:spPr>
          <a:xfrm>
            <a:off x="687563" y="728985"/>
            <a:ext cx="6283500" cy="3540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300"/>
              <a:buFont typeface="Arial"/>
              <a:buNone/>
            </a:pPr>
            <a:r>
              <a:rPr b="1" i="0" lang="en" sz="2300" u="none" cap="none" strike="noStrike">
                <a:solidFill>
                  <a:srgbClr val="3E3582"/>
                </a:solidFill>
                <a:latin typeface="DM Sans"/>
                <a:ea typeface="DM Sans"/>
                <a:cs typeface="DM Sans"/>
                <a:sym typeface="DM Sans"/>
              </a:rPr>
              <a:t>&lt;Heading&gt;</a:t>
            </a:r>
            <a:endParaRPr b="0" i="0" sz="700" u="none" cap="none" strike="noStrike">
              <a:solidFill>
                <a:srgbClr val="000000"/>
              </a:solidFill>
              <a:latin typeface="Arial"/>
              <a:ea typeface="Arial"/>
              <a:cs typeface="Arial"/>
              <a:sym typeface="Arial"/>
            </a:endParaRPr>
          </a:p>
        </p:txBody>
      </p:sp>
      <p:sp>
        <p:nvSpPr>
          <p:cNvPr id="193" name="Google Shape;193;p20"/>
          <p:cNvSpPr txBox="1"/>
          <p:nvPr/>
        </p:nvSpPr>
        <p:spPr>
          <a:xfrm>
            <a:off x="687563" y="1461096"/>
            <a:ext cx="6685200" cy="443400"/>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Clr>
                <a:srgbClr val="000000"/>
              </a:buClr>
              <a:buSzPts val="1200"/>
              <a:buFont typeface="Arial"/>
              <a:buNone/>
            </a:pPr>
            <a:r>
              <a:rPr b="0" i="0" lang="en" sz="1200" u="none" cap="none" strike="noStrike">
                <a:solidFill>
                  <a:srgbClr val="3E3582"/>
                </a:solidFill>
                <a:latin typeface="Noto Sans"/>
                <a:ea typeface="Noto Sans"/>
                <a:cs typeface="Noto Sans"/>
                <a:sym typeface="Noto Sans"/>
              </a:rPr>
              <a:t>Lorem Ipsum is simply dummy text of the printing and typesetting industry. Lorem Ipsum has been the industry's standard dummy text ever since the 1500s.</a:t>
            </a:r>
            <a:endParaRPr b="0" i="0" sz="700" u="none" cap="none" strike="noStrike">
              <a:solidFill>
                <a:srgbClr val="000000"/>
              </a:solidFill>
              <a:latin typeface="Arial"/>
              <a:ea typeface="Arial"/>
              <a:cs typeface="Arial"/>
              <a:sym typeface="Arial"/>
            </a:endParaRPr>
          </a:p>
        </p:txBody>
      </p:sp>
      <p:grpSp>
        <p:nvGrpSpPr>
          <p:cNvPr id="194" name="Google Shape;194;p20"/>
          <p:cNvGrpSpPr/>
          <p:nvPr/>
        </p:nvGrpSpPr>
        <p:grpSpPr>
          <a:xfrm>
            <a:off x="697088" y="2822046"/>
            <a:ext cx="1274227" cy="1274227"/>
            <a:chOff x="0" y="0"/>
            <a:chExt cx="812800" cy="812800"/>
          </a:xfrm>
        </p:grpSpPr>
        <p:sp>
          <p:nvSpPr>
            <p:cNvPr id="195" name="Google Shape;195;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18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96" name="Google Shape;196;p20"/>
            <p:cNvSpPr txBox="1"/>
            <p:nvPr/>
          </p:nvSpPr>
          <p:spPr>
            <a:xfrm>
              <a:off x="76200" y="47625"/>
              <a:ext cx="660300" cy="689100"/>
            </a:xfrm>
            <a:prstGeom prst="rect">
              <a:avLst/>
            </a:prstGeom>
            <a:noFill/>
            <a:ln>
              <a:noFill/>
            </a:ln>
          </p:spPr>
          <p:txBody>
            <a:bodyPr anchorCtr="0" anchor="ctr" bIns="25400" lIns="25400" spcFirstLastPara="1" rIns="25400" wrap="square" tIns="25400">
              <a:noAutofit/>
            </a:bodyPr>
            <a:lstStyle/>
            <a:p>
              <a:pPr indent="0" lvl="0" marL="0" marR="0" rtl="0" algn="ctr">
                <a:lnSpc>
                  <a:spcPct val="139944"/>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97" name="Google Shape;197;p20"/>
          <p:cNvGrpSpPr/>
          <p:nvPr/>
        </p:nvGrpSpPr>
        <p:grpSpPr>
          <a:xfrm>
            <a:off x="2248385" y="2822046"/>
            <a:ext cx="1274227" cy="1274227"/>
            <a:chOff x="0" y="0"/>
            <a:chExt cx="812800" cy="812800"/>
          </a:xfrm>
        </p:grpSpPr>
        <p:sp>
          <p:nvSpPr>
            <p:cNvPr id="198" name="Google Shape;198;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18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99" name="Google Shape;199;p20"/>
            <p:cNvSpPr txBox="1"/>
            <p:nvPr/>
          </p:nvSpPr>
          <p:spPr>
            <a:xfrm>
              <a:off x="76200" y="47625"/>
              <a:ext cx="660300" cy="689100"/>
            </a:xfrm>
            <a:prstGeom prst="rect">
              <a:avLst/>
            </a:prstGeom>
            <a:noFill/>
            <a:ln>
              <a:noFill/>
            </a:ln>
          </p:spPr>
          <p:txBody>
            <a:bodyPr anchorCtr="0" anchor="ctr" bIns="25400" lIns="25400" spcFirstLastPara="1" rIns="25400" wrap="square" tIns="25400">
              <a:noAutofit/>
            </a:bodyPr>
            <a:lstStyle/>
            <a:p>
              <a:pPr indent="0" lvl="0" marL="0" marR="0" rtl="0" algn="ctr">
                <a:lnSpc>
                  <a:spcPct val="139944"/>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00" name="Google Shape;200;p20"/>
          <p:cNvGrpSpPr/>
          <p:nvPr/>
        </p:nvGrpSpPr>
        <p:grpSpPr>
          <a:xfrm>
            <a:off x="743503" y="2674249"/>
            <a:ext cx="494995" cy="494995"/>
            <a:chOff x="0" y="0"/>
            <a:chExt cx="812800" cy="812800"/>
          </a:xfrm>
        </p:grpSpPr>
        <p:sp>
          <p:nvSpPr>
            <p:cNvPr id="201" name="Google Shape;201;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047D3"/>
            </a:solidFill>
            <a:ln cap="sq" cmpd="sng" w="476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02" name="Google Shape;202;p20"/>
            <p:cNvSpPr txBox="1"/>
            <p:nvPr/>
          </p:nvSpPr>
          <p:spPr>
            <a:xfrm>
              <a:off x="168000" y="174827"/>
              <a:ext cx="476700" cy="494400"/>
            </a:xfrm>
            <a:prstGeom prst="rect">
              <a:avLst/>
            </a:prstGeom>
            <a:solidFill>
              <a:srgbClr val="E047D3"/>
            </a:solidFill>
            <a:ln>
              <a:noFill/>
            </a:ln>
          </p:spPr>
          <p:txBody>
            <a:bodyPr anchorCtr="0" anchor="ctr" bIns="25400" lIns="25400" spcFirstLastPara="1" rIns="25400" wrap="square" tIns="25400">
              <a:noAutofit/>
            </a:bodyPr>
            <a:lstStyle/>
            <a:p>
              <a:pPr indent="0" lvl="0" marL="0" marR="0" rtl="0" algn="ctr">
                <a:lnSpc>
                  <a:spcPct val="140022"/>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01</a:t>
              </a:r>
              <a:endParaRPr b="0" i="0" sz="700" u="none" cap="none" strike="noStrike">
                <a:solidFill>
                  <a:srgbClr val="000000"/>
                </a:solidFill>
                <a:latin typeface="Arial"/>
                <a:ea typeface="Arial"/>
                <a:cs typeface="Arial"/>
                <a:sym typeface="Arial"/>
              </a:endParaRPr>
            </a:p>
          </p:txBody>
        </p:sp>
      </p:grpSp>
      <p:grpSp>
        <p:nvGrpSpPr>
          <p:cNvPr id="203" name="Google Shape;203;p20"/>
          <p:cNvGrpSpPr/>
          <p:nvPr/>
        </p:nvGrpSpPr>
        <p:grpSpPr>
          <a:xfrm>
            <a:off x="3799683" y="2822046"/>
            <a:ext cx="1274227" cy="1274227"/>
            <a:chOff x="0" y="0"/>
            <a:chExt cx="812800" cy="812800"/>
          </a:xfrm>
        </p:grpSpPr>
        <p:sp>
          <p:nvSpPr>
            <p:cNvPr id="204" name="Google Shape;204;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18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05" name="Google Shape;205;p20"/>
            <p:cNvSpPr txBox="1"/>
            <p:nvPr/>
          </p:nvSpPr>
          <p:spPr>
            <a:xfrm>
              <a:off x="76200" y="47625"/>
              <a:ext cx="660300" cy="689100"/>
            </a:xfrm>
            <a:prstGeom prst="rect">
              <a:avLst/>
            </a:prstGeom>
            <a:noFill/>
            <a:ln>
              <a:noFill/>
            </a:ln>
          </p:spPr>
          <p:txBody>
            <a:bodyPr anchorCtr="0" anchor="ctr" bIns="25400" lIns="25400" spcFirstLastPara="1" rIns="25400" wrap="square" tIns="25400">
              <a:noAutofit/>
            </a:bodyPr>
            <a:lstStyle/>
            <a:p>
              <a:pPr indent="0" lvl="0" marL="0" marR="0" rtl="0" algn="ctr">
                <a:lnSpc>
                  <a:spcPct val="139944"/>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06" name="Google Shape;206;p20"/>
          <p:cNvGrpSpPr/>
          <p:nvPr/>
        </p:nvGrpSpPr>
        <p:grpSpPr>
          <a:xfrm>
            <a:off x="5350981" y="2822046"/>
            <a:ext cx="1274227" cy="1274227"/>
            <a:chOff x="0" y="0"/>
            <a:chExt cx="812800" cy="812800"/>
          </a:xfrm>
        </p:grpSpPr>
        <p:sp>
          <p:nvSpPr>
            <p:cNvPr id="207" name="Google Shape;207;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18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08" name="Google Shape;208;p20"/>
            <p:cNvSpPr txBox="1"/>
            <p:nvPr/>
          </p:nvSpPr>
          <p:spPr>
            <a:xfrm>
              <a:off x="76200" y="47625"/>
              <a:ext cx="660300" cy="689100"/>
            </a:xfrm>
            <a:prstGeom prst="rect">
              <a:avLst/>
            </a:prstGeom>
            <a:noFill/>
            <a:ln>
              <a:noFill/>
            </a:ln>
          </p:spPr>
          <p:txBody>
            <a:bodyPr anchorCtr="0" anchor="ctr" bIns="25400" lIns="25400" spcFirstLastPara="1" rIns="25400" wrap="square" tIns="25400">
              <a:noAutofit/>
            </a:bodyPr>
            <a:lstStyle/>
            <a:p>
              <a:pPr indent="0" lvl="0" marL="0" marR="0" rtl="0" algn="ctr">
                <a:lnSpc>
                  <a:spcPct val="139944"/>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09" name="Google Shape;209;p20"/>
          <p:cNvGrpSpPr/>
          <p:nvPr/>
        </p:nvGrpSpPr>
        <p:grpSpPr>
          <a:xfrm>
            <a:off x="6902279" y="2822046"/>
            <a:ext cx="1274227" cy="1274227"/>
            <a:chOff x="0" y="0"/>
            <a:chExt cx="812800" cy="812800"/>
          </a:xfrm>
        </p:grpSpPr>
        <p:sp>
          <p:nvSpPr>
            <p:cNvPr id="210" name="Google Shape;210;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18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11" name="Google Shape;211;p20"/>
            <p:cNvSpPr txBox="1"/>
            <p:nvPr/>
          </p:nvSpPr>
          <p:spPr>
            <a:xfrm>
              <a:off x="76200" y="47625"/>
              <a:ext cx="660300" cy="689100"/>
            </a:xfrm>
            <a:prstGeom prst="rect">
              <a:avLst/>
            </a:prstGeom>
            <a:noFill/>
            <a:ln>
              <a:noFill/>
            </a:ln>
          </p:spPr>
          <p:txBody>
            <a:bodyPr anchorCtr="0" anchor="ctr" bIns="25400" lIns="25400" spcFirstLastPara="1" rIns="25400" wrap="square" tIns="25400">
              <a:noAutofit/>
            </a:bodyPr>
            <a:lstStyle/>
            <a:p>
              <a:pPr indent="0" lvl="0" marL="0" marR="0" rtl="0" algn="ctr">
                <a:lnSpc>
                  <a:spcPct val="139944"/>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12" name="Google Shape;212;p20"/>
          <p:cNvSpPr txBox="1"/>
          <p:nvPr/>
        </p:nvSpPr>
        <p:spPr>
          <a:xfrm>
            <a:off x="701850" y="3529042"/>
            <a:ext cx="1274400" cy="258600"/>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Clr>
                <a:srgbClr val="000000"/>
              </a:buClr>
              <a:buSzPts val="700"/>
              <a:buFont typeface="Arial"/>
              <a:buNone/>
            </a:pPr>
            <a:r>
              <a:rPr b="0" i="0" lang="en" sz="700" u="none" cap="none" strike="noStrike">
                <a:solidFill>
                  <a:srgbClr val="FFFFFF"/>
                </a:solidFill>
                <a:latin typeface="Noto Sans"/>
                <a:ea typeface="Noto Sans"/>
                <a:cs typeface="Noto Sans"/>
                <a:sym typeface="Noto Sans"/>
              </a:rPr>
              <a:t>Description for</a:t>
            </a:r>
            <a:endParaRPr b="0" i="0" sz="700" u="none" cap="none" strike="noStrike">
              <a:solidFill>
                <a:srgbClr val="000000"/>
              </a:solidFill>
              <a:latin typeface="Arial"/>
              <a:ea typeface="Arial"/>
              <a:cs typeface="Arial"/>
              <a:sym typeface="Arial"/>
            </a:endParaRPr>
          </a:p>
          <a:p>
            <a:pPr indent="0" lvl="0" marL="0" marR="0" rtl="0" algn="ctr">
              <a:lnSpc>
                <a:spcPct val="140026"/>
              </a:lnSpc>
              <a:spcBef>
                <a:spcPts val="0"/>
              </a:spcBef>
              <a:spcAft>
                <a:spcPts val="0"/>
              </a:spcAft>
              <a:buClr>
                <a:srgbClr val="000000"/>
              </a:buClr>
              <a:buSzPts val="700"/>
              <a:buFont typeface="Arial"/>
              <a:buNone/>
            </a:pPr>
            <a:r>
              <a:rPr b="0" i="0" lang="en" sz="700" u="none" cap="none" strike="noStrike">
                <a:solidFill>
                  <a:srgbClr val="FFFFFF"/>
                </a:solidFill>
                <a:latin typeface="Noto Sans"/>
                <a:ea typeface="Noto Sans"/>
                <a:cs typeface="Noto Sans"/>
                <a:sym typeface="Noto Sans"/>
              </a:rPr>
              <a:t>Sample Text</a:t>
            </a:r>
            <a:endParaRPr b="0" i="0" sz="700" u="none" cap="none" strike="noStrike">
              <a:solidFill>
                <a:srgbClr val="000000"/>
              </a:solidFill>
              <a:latin typeface="Arial"/>
              <a:ea typeface="Arial"/>
              <a:cs typeface="Arial"/>
              <a:sym typeface="Arial"/>
            </a:endParaRPr>
          </a:p>
        </p:txBody>
      </p:sp>
      <p:sp>
        <p:nvSpPr>
          <p:cNvPr id="213" name="Google Shape;213;p20"/>
          <p:cNvSpPr txBox="1"/>
          <p:nvPr/>
        </p:nvSpPr>
        <p:spPr>
          <a:xfrm>
            <a:off x="2253148" y="3544465"/>
            <a:ext cx="1274400" cy="258600"/>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Clr>
                <a:srgbClr val="000000"/>
              </a:buClr>
              <a:buSzPts val="700"/>
              <a:buFont typeface="Arial"/>
              <a:buNone/>
            </a:pPr>
            <a:r>
              <a:rPr b="0" i="0" lang="en" sz="700" u="none" cap="none" strike="noStrike">
                <a:solidFill>
                  <a:srgbClr val="FFFFFF"/>
                </a:solidFill>
                <a:latin typeface="Noto Sans"/>
                <a:ea typeface="Noto Sans"/>
                <a:cs typeface="Noto Sans"/>
                <a:sym typeface="Noto Sans"/>
              </a:rPr>
              <a:t>Description for</a:t>
            </a:r>
            <a:endParaRPr b="0" i="0" sz="700" u="none" cap="none" strike="noStrike">
              <a:solidFill>
                <a:srgbClr val="000000"/>
              </a:solidFill>
              <a:latin typeface="Arial"/>
              <a:ea typeface="Arial"/>
              <a:cs typeface="Arial"/>
              <a:sym typeface="Arial"/>
            </a:endParaRPr>
          </a:p>
          <a:p>
            <a:pPr indent="0" lvl="0" marL="0" marR="0" rtl="0" algn="ctr">
              <a:lnSpc>
                <a:spcPct val="140026"/>
              </a:lnSpc>
              <a:spcBef>
                <a:spcPts val="0"/>
              </a:spcBef>
              <a:spcAft>
                <a:spcPts val="0"/>
              </a:spcAft>
              <a:buClr>
                <a:srgbClr val="000000"/>
              </a:buClr>
              <a:buSzPts val="700"/>
              <a:buFont typeface="Arial"/>
              <a:buNone/>
            </a:pPr>
            <a:r>
              <a:rPr b="0" i="0" lang="en" sz="700" u="none" cap="none" strike="noStrike">
                <a:solidFill>
                  <a:srgbClr val="FFFFFF"/>
                </a:solidFill>
                <a:latin typeface="Noto Sans"/>
                <a:ea typeface="Noto Sans"/>
                <a:cs typeface="Noto Sans"/>
                <a:sym typeface="Noto Sans"/>
              </a:rPr>
              <a:t>Sample Text</a:t>
            </a:r>
            <a:endParaRPr b="0" i="0" sz="700" u="none" cap="none" strike="noStrike">
              <a:solidFill>
                <a:srgbClr val="000000"/>
              </a:solidFill>
              <a:latin typeface="Arial"/>
              <a:ea typeface="Arial"/>
              <a:cs typeface="Arial"/>
              <a:sym typeface="Arial"/>
            </a:endParaRPr>
          </a:p>
        </p:txBody>
      </p:sp>
      <p:sp>
        <p:nvSpPr>
          <p:cNvPr id="214" name="Google Shape;214;p20"/>
          <p:cNvSpPr txBox="1"/>
          <p:nvPr/>
        </p:nvSpPr>
        <p:spPr>
          <a:xfrm>
            <a:off x="701850" y="3323770"/>
            <a:ext cx="1274400" cy="1539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Clr>
                <a:srgbClr val="000000"/>
              </a:buClr>
              <a:buSzPts val="1000"/>
              <a:buFont typeface="Arial"/>
              <a:buNone/>
            </a:pPr>
            <a:r>
              <a:rPr b="1" i="0" lang="en" sz="1000" u="none" cap="none" strike="noStrike">
                <a:solidFill>
                  <a:srgbClr val="FFFFFF"/>
                </a:solidFill>
                <a:latin typeface="Noto Sans"/>
                <a:ea typeface="Noto Sans"/>
                <a:cs typeface="Noto Sans"/>
                <a:sym typeface="Noto Sans"/>
              </a:rPr>
              <a:t>Sample Text</a:t>
            </a:r>
            <a:endParaRPr b="0" i="0" sz="700" u="none" cap="none" strike="noStrike">
              <a:solidFill>
                <a:srgbClr val="000000"/>
              </a:solidFill>
              <a:latin typeface="Arial"/>
              <a:ea typeface="Arial"/>
              <a:cs typeface="Arial"/>
              <a:sym typeface="Arial"/>
            </a:endParaRPr>
          </a:p>
        </p:txBody>
      </p:sp>
      <p:sp>
        <p:nvSpPr>
          <p:cNvPr id="215" name="Google Shape;215;p20"/>
          <p:cNvSpPr txBox="1"/>
          <p:nvPr/>
        </p:nvSpPr>
        <p:spPr>
          <a:xfrm>
            <a:off x="2253148" y="3323770"/>
            <a:ext cx="1274400" cy="1539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Clr>
                <a:srgbClr val="000000"/>
              </a:buClr>
              <a:buSzPts val="1000"/>
              <a:buFont typeface="Arial"/>
              <a:buNone/>
            </a:pPr>
            <a:r>
              <a:rPr b="1" i="0" lang="en" sz="1000" u="none" cap="none" strike="noStrike">
                <a:solidFill>
                  <a:srgbClr val="FFFFFF"/>
                </a:solidFill>
                <a:latin typeface="Noto Sans"/>
                <a:ea typeface="Noto Sans"/>
                <a:cs typeface="Noto Sans"/>
                <a:sym typeface="Noto Sans"/>
              </a:rPr>
              <a:t>Sample Text</a:t>
            </a:r>
            <a:endParaRPr b="0" i="0" sz="700" u="none" cap="none" strike="noStrike">
              <a:solidFill>
                <a:srgbClr val="000000"/>
              </a:solidFill>
              <a:latin typeface="Arial"/>
              <a:ea typeface="Arial"/>
              <a:cs typeface="Arial"/>
              <a:sym typeface="Arial"/>
            </a:endParaRPr>
          </a:p>
        </p:txBody>
      </p:sp>
      <p:sp>
        <p:nvSpPr>
          <p:cNvPr id="216" name="Google Shape;216;p20"/>
          <p:cNvSpPr txBox="1"/>
          <p:nvPr/>
        </p:nvSpPr>
        <p:spPr>
          <a:xfrm>
            <a:off x="3803158" y="3544465"/>
            <a:ext cx="1276800" cy="258600"/>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Clr>
                <a:srgbClr val="000000"/>
              </a:buClr>
              <a:buSzPts val="700"/>
              <a:buFont typeface="Arial"/>
              <a:buNone/>
            </a:pPr>
            <a:r>
              <a:rPr b="0" i="0" lang="en" sz="700" u="none" cap="none" strike="noStrike">
                <a:solidFill>
                  <a:srgbClr val="FFFFFF"/>
                </a:solidFill>
                <a:latin typeface="Noto Sans"/>
                <a:ea typeface="Noto Sans"/>
                <a:cs typeface="Noto Sans"/>
                <a:sym typeface="Noto Sans"/>
              </a:rPr>
              <a:t>Description for</a:t>
            </a:r>
            <a:endParaRPr b="0" i="0" sz="700" u="none" cap="none" strike="noStrike">
              <a:solidFill>
                <a:srgbClr val="000000"/>
              </a:solidFill>
              <a:latin typeface="Arial"/>
              <a:ea typeface="Arial"/>
              <a:cs typeface="Arial"/>
              <a:sym typeface="Arial"/>
            </a:endParaRPr>
          </a:p>
          <a:p>
            <a:pPr indent="0" lvl="0" marL="0" marR="0" rtl="0" algn="ctr">
              <a:lnSpc>
                <a:spcPct val="140026"/>
              </a:lnSpc>
              <a:spcBef>
                <a:spcPts val="0"/>
              </a:spcBef>
              <a:spcAft>
                <a:spcPts val="0"/>
              </a:spcAft>
              <a:buClr>
                <a:srgbClr val="000000"/>
              </a:buClr>
              <a:buSzPts val="700"/>
              <a:buFont typeface="Arial"/>
              <a:buNone/>
            </a:pPr>
            <a:r>
              <a:rPr b="0" i="0" lang="en" sz="700" u="none" cap="none" strike="noStrike">
                <a:solidFill>
                  <a:srgbClr val="FFFFFF"/>
                </a:solidFill>
                <a:latin typeface="Noto Sans"/>
                <a:ea typeface="Noto Sans"/>
                <a:cs typeface="Noto Sans"/>
                <a:sym typeface="Noto Sans"/>
              </a:rPr>
              <a:t>Sample Text</a:t>
            </a:r>
            <a:endParaRPr b="0" i="0" sz="700" u="none" cap="none" strike="noStrike">
              <a:solidFill>
                <a:srgbClr val="000000"/>
              </a:solidFill>
              <a:latin typeface="Arial"/>
              <a:ea typeface="Arial"/>
              <a:cs typeface="Arial"/>
              <a:sym typeface="Arial"/>
            </a:endParaRPr>
          </a:p>
        </p:txBody>
      </p:sp>
      <p:sp>
        <p:nvSpPr>
          <p:cNvPr id="217" name="Google Shape;217;p20"/>
          <p:cNvSpPr txBox="1"/>
          <p:nvPr/>
        </p:nvSpPr>
        <p:spPr>
          <a:xfrm>
            <a:off x="3804446" y="3323770"/>
            <a:ext cx="1274400" cy="1539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Clr>
                <a:srgbClr val="000000"/>
              </a:buClr>
              <a:buSzPts val="1000"/>
              <a:buFont typeface="Arial"/>
              <a:buNone/>
            </a:pPr>
            <a:r>
              <a:rPr b="1" i="0" lang="en" sz="1000" u="none" cap="none" strike="noStrike">
                <a:solidFill>
                  <a:srgbClr val="FFFFFF"/>
                </a:solidFill>
                <a:latin typeface="Noto Sans"/>
                <a:ea typeface="Noto Sans"/>
                <a:cs typeface="Noto Sans"/>
                <a:sym typeface="Noto Sans"/>
              </a:rPr>
              <a:t>Sample Text</a:t>
            </a:r>
            <a:endParaRPr b="0" i="0" sz="700" u="none" cap="none" strike="noStrike">
              <a:solidFill>
                <a:srgbClr val="000000"/>
              </a:solidFill>
              <a:latin typeface="Arial"/>
              <a:ea typeface="Arial"/>
              <a:cs typeface="Arial"/>
              <a:sym typeface="Arial"/>
            </a:endParaRPr>
          </a:p>
        </p:txBody>
      </p:sp>
      <p:sp>
        <p:nvSpPr>
          <p:cNvPr id="218" name="Google Shape;218;p20"/>
          <p:cNvSpPr txBox="1"/>
          <p:nvPr/>
        </p:nvSpPr>
        <p:spPr>
          <a:xfrm>
            <a:off x="5355744" y="3544465"/>
            <a:ext cx="1274400" cy="258600"/>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Clr>
                <a:srgbClr val="000000"/>
              </a:buClr>
              <a:buSzPts val="700"/>
              <a:buFont typeface="Arial"/>
              <a:buNone/>
            </a:pPr>
            <a:r>
              <a:rPr b="0" i="0" lang="en" sz="700" u="none" cap="none" strike="noStrike">
                <a:solidFill>
                  <a:srgbClr val="FFFFFF"/>
                </a:solidFill>
                <a:latin typeface="Noto Sans"/>
                <a:ea typeface="Noto Sans"/>
                <a:cs typeface="Noto Sans"/>
                <a:sym typeface="Noto Sans"/>
              </a:rPr>
              <a:t>Description for</a:t>
            </a:r>
            <a:endParaRPr b="0" i="0" sz="700" u="none" cap="none" strike="noStrike">
              <a:solidFill>
                <a:srgbClr val="000000"/>
              </a:solidFill>
              <a:latin typeface="Arial"/>
              <a:ea typeface="Arial"/>
              <a:cs typeface="Arial"/>
              <a:sym typeface="Arial"/>
            </a:endParaRPr>
          </a:p>
          <a:p>
            <a:pPr indent="0" lvl="0" marL="0" marR="0" rtl="0" algn="ctr">
              <a:lnSpc>
                <a:spcPct val="140026"/>
              </a:lnSpc>
              <a:spcBef>
                <a:spcPts val="0"/>
              </a:spcBef>
              <a:spcAft>
                <a:spcPts val="0"/>
              </a:spcAft>
              <a:buClr>
                <a:srgbClr val="000000"/>
              </a:buClr>
              <a:buSzPts val="700"/>
              <a:buFont typeface="Arial"/>
              <a:buNone/>
            </a:pPr>
            <a:r>
              <a:rPr b="0" i="0" lang="en" sz="700" u="none" cap="none" strike="noStrike">
                <a:solidFill>
                  <a:srgbClr val="FFFFFF"/>
                </a:solidFill>
                <a:latin typeface="Noto Sans"/>
                <a:ea typeface="Noto Sans"/>
                <a:cs typeface="Noto Sans"/>
                <a:sym typeface="Noto Sans"/>
              </a:rPr>
              <a:t>Sample Text</a:t>
            </a:r>
            <a:endParaRPr b="0" i="0" sz="700" u="none" cap="none" strike="noStrike">
              <a:solidFill>
                <a:srgbClr val="000000"/>
              </a:solidFill>
              <a:latin typeface="Arial"/>
              <a:ea typeface="Arial"/>
              <a:cs typeface="Arial"/>
              <a:sym typeface="Arial"/>
            </a:endParaRPr>
          </a:p>
        </p:txBody>
      </p:sp>
      <p:sp>
        <p:nvSpPr>
          <p:cNvPr id="219" name="Google Shape;219;p20"/>
          <p:cNvSpPr txBox="1"/>
          <p:nvPr/>
        </p:nvSpPr>
        <p:spPr>
          <a:xfrm>
            <a:off x="5355744" y="3323770"/>
            <a:ext cx="1274400" cy="1539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Clr>
                <a:srgbClr val="000000"/>
              </a:buClr>
              <a:buSzPts val="1000"/>
              <a:buFont typeface="Arial"/>
              <a:buNone/>
            </a:pPr>
            <a:r>
              <a:rPr b="1" i="0" lang="en" sz="1000" u="none" cap="none" strike="noStrike">
                <a:solidFill>
                  <a:srgbClr val="FFFFFF"/>
                </a:solidFill>
                <a:latin typeface="Noto Sans"/>
                <a:ea typeface="Noto Sans"/>
                <a:cs typeface="Noto Sans"/>
                <a:sym typeface="Noto Sans"/>
              </a:rPr>
              <a:t>Sample Text</a:t>
            </a:r>
            <a:endParaRPr b="0" i="0" sz="700" u="none" cap="none" strike="noStrike">
              <a:solidFill>
                <a:srgbClr val="000000"/>
              </a:solidFill>
              <a:latin typeface="Arial"/>
              <a:ea typeface="Arial"/>
              <a:cs typeface="Arial"/>
              <a:sym typeface="Arial"/>
            </a:endParaRPr>
          </a:p>
        </p:txBody>
      </p:sp>
      <p:sp>
        <p:nvSpPr>
          <p:cNvPr id="220" name="Google Shape;220;p20"/>
          <p:cNvSpPr txBox="1"/>
          <p:nvPr/>
        </p:nvSpPr>
        <p:spPr>
          <a:xfrm>
            <a:off x="6907041" y="3544465"/>
            <a:ext cx="1274400" cy="258600"/>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Clr>
                <a:srgbClr val="000000"/>
              </a:buClr>
              <a:buSzPts val="700"/>
              <a:buFont typeface="Arial"/>
              <a:buNone/>
            </a:pPr>
            <a:r>
              <a:rPr b="0" i="0" lang="en" sz="700" u="none" cap="none" strike="noStrike">
                <a:solidFill>
                  <a:srgbClr val="FFFFFF"/>
                </a:solidFill>
                <a:latin typeface="Noto Sans"/>
                <a:ea typeface="Noto Sans"/>
                <a:cs typeface="Noto Sans"/>
                <a:sym typeface="Noto Sans"/>
              </a:rPr>
              <a:t>Description for</a:t>
            </a:r>
            <a:endParaRPr b="0" i="0" sz="700" u="none" cap="none" strike="noStrike">
              <a:solidFill>
                <a:srgbClr val="000000"/>
              </a:solidFill>
              <a:latin typeface="Arial"/>
              <a:ea typeface="Arial"/>
              <a:cs typeface="Arial"/>
              <a:sym typeface="Arial"/>
            </a:endParaRPr>
          </a:p>
          <a:p>
            <a:pPr indent="0" lvl="0" marL="0" marR="0" rtl="0" algn="ctr">
              <a:lnSpc>
                <a:spcPct val="140026"/>
              </a:lnSpc>
              <a:spcBef>
                <a:spcPts val="0"/>
              </a:spcBef>
              <a:spcAft>
                <a:spcPts val="0"/>
              </a:spcAft>
              <a:buClr>
                <a:srgbClr val="000000"/>
              </a:buClr>
              <a:buSzPts val="700"/>
              <a:buFont typeface="Arial"/>
              <a:buNone/>
            </a:pPr>
            <a:r>
              <a:rPr b="0" i="0" lang="en" sz="700" u="none" cap="none" strike="noStrike">
                <a:solidFill>
                  <a:srgbClr val="FFFFFF"/>
                </a:solidFill>
                <a:latin typeface="Noto Sans"/>
                <a:ea typeface="Noto Sans"/>
                <a:cs typeface="Noto Sans"/>
                <a:sym typeface="Noto Sans"/>
              </a:rPr>
              <a:t>Sample Text</a:t>
            </a:r>
            <a:endParaRPr b="0" i="0" sz="700" u="none" cap="none" strike="noStrike">
              <a:solidFill>
                <a:srgbClr val="000000"/>
              </a:solidFill>
              <a:latin typeface="Arial"/>
              <a:ea typeface="Arial"/>
              <a:cs typeface="Arial"/>
              <a:sym typeface="Arial"/>
            </a:endParaRPr>
          </a:p>
        </p:txBody>
      </p:sp>
      <p:sp>
        <p:nvSpPr>
          <p:cNvPr id="221" name="Google Shape;221;p20"/>
          <p:cNvSpPr txBox="1"/>
          <p:nvPr/>
        </p:nvSpPr>
        <p:spPr>
          <a:xfrm>
            <a:off x="6907041" y="3323770"/>
            <a:ext cx="1274400" cy="153900"/>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Clr>
                <a:srgbClr val="000000"/>
              </a:buClr>
              <a:buSzPts val="1000"/>
              <a:buFont typeface="Arial"/>
              <a:buNone/>
            </a:pPr>
            <a:r>
              <a:rPr b="1" i="0" lang="en" sz="1000" u="none" cap="none" strike="noStrike">
                <a:solidFill>
                  <a:srgbClr val="FFFFFF"/>
                </a:solidFill>
                <a:latin typeface="Noto Sans"/>
                <a:ea typeface="Noto Sans"/>
                <a:cs typeface="Noto Sans"/>
                <a:sym typeface="Noto Sans"/>
              </a:rPr>
              <a:t>Sample Text</a:t>
            </a:r>
            <a:endParaRPr b="0" i="0" sz="700" u="none" cap="none" strike="noStrike">
              <a:solidFill>
                <a:srgbClr val="000000"/>
              </a:solidFill>
              <a:latin typeface="Arial"/>
              <a:ea typeface="Arial"/>
              <a:cs typeface="Arial"/>
              <a:sym typeface="Arial"/>
            </a:endParaRPr>
          </a:p>
        </p:txBody>
      </p:sp>
      <p:pic>
        <p:nvPicPr>
          <p:cNvPr id="222" name="Google Shape;222;p20"/>
          <p:cNvPicPr preferRelativeResize="0"/>
          <p:nvPr/>
        </p:nvPicPr>
        <p:blipFill rotWithShape="1">
          <a:blip r:embed="rId4">
            <a:alphaModFix/>
          </a:blip>
          <a:srcRect b="0" l="0" r="0" t="0"/>
          <a:stretch/>
        </p:blipFill>
        <p:spPr>
          <a:xfrm>
            <a:off x="7751588" y="127072"/>
            <a:ext cx="1409701" cy="792117"/>
          </a:xfrm>
          <a:prstGeom prst="rect">
            <a:avLst/>
          </a:prstGeom>
          <a:noFill/>
          <a:ln>
            <a:noFill/>
          </a:ln>
        </p:spPr>
      </p:pic>
      <p:grpSp>
        <p:nvGrpSpPr>
          <p:cNvPr id="223" name="Google Shape;223;p20"/>
          <p:cNvGrpSpPr/>
          <p:nvPr/>
        </p:nvGrpSpPr>
        <p:grpSpPr>
          <a:xfrm>
            <a:off x="-608" y="4963708"/>
            <a:ext cx="9150250" cy="197571"/>
            <a:chOff x="-9601202" y="5296585"/>
            <a:chExt cx="18481619" cy="395143"/>
          </a:xfrm>
        </p:grpSpPr>
        <p:pic>
          <p:nvPicPr>
            <p:cNvPr id="224" name="Google Shape;224;p20"/>
            <p:cNvPicPr preferRelativeResize="0"/>
            <p:nvPr/>
          </p:nvPicPr>
          <p:blipFill rotWithShape="1">
            <a:blip r:embed="rId5">
              <a:alphaModFix/>
            </a:blip>
            <a:srcRect b="0" l="1857" r="95783" t="0"/>
            <a:stretch/>
          </p:blipFill>
          <p:spPr>
            <a:xfrm rot="5400000">
              <a:off x="-5086036" y="781418"/>
              <a:ext cx="395141" cy="9425473"/>
            </a:xfrm>
            <a:prstGeom prst="rect">
              <a:avLst/>
            </a:prstGeom>
            <a:noFill/>
            <a:ln>
              <a:noFill/>
            </a:ln>
          </p:spPr>
        </p:pic>
        <p:pic>
          <p:nvPicPr>
            <p:cNvPr id="225" name="Google Shape;225;p20"/>
            <p:cNvPicPr preferRelativeResize="0"/>
            <p:nvPr/>
          </p:nvPicPr>
          <p:blipFill rotWithShape="1">
            <a:blip r:embed="rId5">
              <a:alphaModFix/>
            </a:blip>
            <a:srcRect b="0" l="92964" r="4675" t="0"/>
            <a:stretch/>
          </p:blipFill>
          <p:spPr>
            <a:xfrm rot="5400000">
              <a:off x="4066910" y="878219"/>
              <a:ext cx="395141" cy="9231875"/>
            </a:xfrm>
            <a:prstGeom prst="rect">
              <a:avLst/>
            </a:prstGeom>
            <a:noFill/>
            <a:ln>
              <a:noFill/>
            </a:ln>
          </p:spPr>
        </p:pic>
      </p:grpSp>
      <p:cxnSp>
        <p:nvCxnSpPr>
          <p:cNvPr id="226" name="Google Shape;226;p20"/>
          <p:cNvCxnSpPr/>
          <p:nvPr/>
        </p:nvCxnSpPr>
        <p:spPr>
          <a:xfrm>
            <a:off x="687563" y="1306228"/>
            <a:ext cx="7621800" cy="0"/>
          </a:xfrm>
          <a:prstGeom prst="straightConnector1">
            <a:avLst/>
          </a:prstGeom>
          <a:noFill/>
          <a:ln cap="flat" cmpd="sng" w="9525">
            <a:solidFill>
              <a:srgbClr val="E047D3"/>
            </a:solidFill>
            <a:prstDash val="solid"/>
            <a:round/>
            <a:headEnd len="sm" w="sm" type="none"/>
            <a:tailEnd len="sm" w="sm" type="none"/>
          </a:ln>
        </p:spPr>
      </p:cxnSp>
      <p:grpSp>
        <p:nvGrpSpPr>
          <p:cNvPr id="227" name="Google Shape;227;p20"/>
          <p:cNvGrpSpPr/>
          <p:nvPr/>
        </p:nvGrpSpPr>
        <p:grpSpPr>
          <a:xfrm>
            <a:off x="2242335" y="2739902"/>
            <a:ext cx="494995" cy="494995"/>
            <a:chOff x="0" y="0"/>
            <a:chExt cx="812800" cy="812800"/>
          </a:xfrm>
        </p:grpSpPr>
        <p:sp>
          <p:nvSpPr>
            <p:cNvPr id="228" name="Google Shape;228;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047D3"/>
            </a:solidFill>
            <a:ln cap="sq" cmpd="sng" w="476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29" name="Google Shape;229;p20"/>
            <p:cNvSpPr txBox="1"/>
            <p:nvPr/>
          </p:nvSpPr>
          <p:spPr>
            <a:xfrm>
              <a:off x="168000" y="174827"/>
              <a:ext cx="476700" cy="494400"/>
            </a:xfrm>
            <a:prstGeom prst="rect">
              <a:avLst/>
            </a:prstGeom>
            <a:solidFill>
              <a:srgbClr val="E047D3"/>
            </a:solidFill>
            <a:ln>
              <a:noFill/>
            </a:ln>
          </p:spPr>
          <p:txBody>
            <a:bodyPr anchorCtr="0" anchor="ctr" bIns="25400" lIns="25400" spcFirstLastPara="1" rIns="25400" wrap="square" tIns="25400">
              <a:noAutofit/>
            </a:bodyPr>
            <a:lstStyle/>
            <a:p>
              <a:pPr indent="0" lvl="0" marL="0" marR="0" rtl="0" algn="ctr">
                <a:lnSpc>
                  <a:spcPct val="140022"/>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02</a:t>
              </a:r>
              <a:endParaRPr b="0" i="0" sz="700" u="none" cap="none" strike="noStrike">
                <a:solidFill>
                  <a:srgbClr val="000000"/>
                </a:solidFill>
                <a:latin typeface="Arial"/>
                <a:ea typeface="Arial"/>
                <a:cs typeface="Arial"/>
                <a:sym typeface="Arial"/>
              </a:endParaRPr>
            </a:p>
          </p:txBody>
        </p:sp>
      </p:grpSp>
      <p:grpSp>
        <p:nvGrpSpPr>
          <p:cNvPr id="230" name="Google Shape;230;p20"/>
          <p:cNvGrpSpPr/>
          <p:nvPr/>
        </p:nvGrpSpPr>
        <p:grpSpPr>
          <a:xfrm>
            <a:off x="3741181" y="2739902"/>
            <a:ext cx="494995" cy="494995"/>
            <a:chOff x="0" y="0"/>
            <a:chExt cx="812800" cy="812800"/>
          </a:xfrm>
        </p:grpSpPr>
        <p:sp>
          <p:nvSpPr>
            <p:cNvPr id="231" name="Google Shape;231;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047D3"/>
            </a:solidFill>
            <a:ln cap="sq" cmpd="sng" w="476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32" name="Google Shape;232;p20"/>
            <p:cNvSpPr txBox="1"/>
            <p:nvPr/>
          </p:nvSpPr>
          <p:spPr>
            <a:xfrm>
              <a:off x="168000" y="174827"/>
              <a:ext cx="476700" cy="494400"/>
            </a:xfrm>
            <a:prstGeom prst="rect">
              <a:avLst/>
            </a:prstGeom>
            <a:solidFill>
              <a:srgbClr val="E047D3"/>
            </a:solidFill>
            <a:ln>
              <a:noFill/>
            </a:ln>
          </p:spPr>
          <p:txBody>
            <a:bodyPr anchorCtr="0" anchor="ctr" bIns="25400" lIns="25400" spcFirstLastPara="1" rIns="25400" wrap="square" tIns="25400">
              <a:noAutofit/>
            </a:bodyPr>
            <a:lstStyle/>
            <a:p>
              <a:pPr indent="0" lvl="0" marL="0" marR="0" rtl="0" algn="ctr">
                <a:lnSpc>
                  <a:spcPct val="140022"/>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03</a:t>
              </a:r>
              <a:endParaRPr b="0" i="0" sz="700" u="none" cap="none" strike="noStrike">
                <a:solidFill>
                  <a:srgbClr val="000000"/>
                </a:solidFill>
                <a:latin typeface="Arial"/>
                <a:ea typeface="Arial"/>
                <a:cs typeface="Arial"/>
                <a:sym typeface="Arial"/>
              </a:endParaRPr>
            </a:p>
          </p:txBody>
        </p:sp>
      </p:grpSp>
      <p:grpSp>
        <p:nvGrpSpPr>
          <p:cNvPr id="233" name="Google Shape;233;p20"/>
          <p:cNvGrpSpPr/>
          <p:nvPr/>
        </p:nvGrpSpPr>
        <p:grpSpPr>
          <a:xfrm>
            <a:off x="5301128" y="2739901"/>
            <a:ext cx="494995" cy="494995"/>
            <a:chOff x="0" y="0"/>
            <a:chExt cx="812800" cy="812800"/>
          </a:xfrm>
        </p:grpSpPr>
        <p:sp>
          <p:nvSpPr>
            <p:cNvPr id="234" name="Google Shape;234;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047D3"/>
            </a:solidFill>
            <a:ln cap="sq" cmpd="sng" w="476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35" name="Google Shape;235;p20"/>
            <p:cNvSpPr txBox="1"/>
            <p:nvPr/>
          </p:nvSpPr>
          <p:spPr>
            <a:xfrm>
              <a:off x="168000" y="174827"/>
              <a:ext cx="476700" cy="494400"/>
            </a:xfrm>
            <a:prstGeom prst="rect">
              <a:avLst/>
            </a:prstGeom>
            <a:solidFill>
              <a:srgbClr val="E047D3"/>
            </a:solidFill>
            <a:ln>
              <a:noFill/>
            </a:ln>
          </p:spPr>
          <p:txBody>
            <a:bodyPr anchorCtr="0" anchor="ctr" bIns="25400" lIns="25400" spcFirstLastPara="1" rIns="25400" wrap="square" tIns="25400">
              <a:noAutofit/>
            </a:bodyPr>
            <a:lstStyle/>
            <a:p>
              <a:pPr indent="0" lvl="0" marL="0" marR="0" rtl="0" algn="ctr">
                <a:lnSpc>
                  <a:spcPct val="140022"/>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04</a:t>
              </a:r>
              <a:endParaRPr b="0" i="0" sz="700" u="none" cap="none" strike="noStrike">
                <a:solidFill>
                  <a:srgbClr val="000000"/>
                </a:solidFill>
                <a:latin typeface="Arial"/>
                <a:ea typeface="Arial"/>
                <a:cs typeface="Arial"/>
                <a:sym typeface="Arial"/>
              </a:endParaRPr>
            </a:p>
          </p:txBody>
        </p:sp>
      </p:grpSp>
      <p:grpSp>
        <p:nvGrpSpPr>
          <p:cNvPr id="236" name="Google Shape;236;p20"/>
          <p:cNvGrpSpPr/>
          <p:nvPr/>
        </p:nvGrpSpPr>
        <p:grpSpPr>
          <a:xfrm>
            <a:off x="6861074" y="2739900"/>
            <a:ext cx="494995" cy="494995"/>
            <a:chOff x="0" y="0"/>
            <a:chExt cx="812800" cy="812800"/>
          </a:xfrm>
        </p:grpSpPr>
        <p:sp>
          <p:nvSpPr>
            <p:cNvPr id="237" name="Google Shape;237;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047D3"/>
            </a:solidFill>
            <a:ln cap="sq" cmpd="sng" w="47625">
              <a:solidFill>
                <a:srgbClr val="FFFFFF"/>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38" name="Google Shape;238;p20"/>
            <p:cNvSpPr txBox="1"/>
            <p:nvPr/>
          </p:nvSpPr>
          <p:spPr>
            <a:xfrm>
              <a:off x="168000" y="174827"/>
              <a:ext cx="476700" cy="494400"/>
            </a:xfrm>
            <a:prstGeom prst="rect">
              <a:avLst/>
            </a:prstGeom>
            <a:solidFill>
              <a:srgbClr val="E047D3"/>
            </a:solidFill>
            <a:ln>
              <a:noFill/>
            </a:ln>
          </p:spPr>
          <p:txBody>
            <a:bodyPr anchorCtr="0" anchor="ctr" bIns="25400" lIns="25400" spcFirstLastPara="1" rIns="25400" wrap="square" tIns="25400">
              <a:noAutofit/>
            </a:bodyPr>
            <a:lstStyle/>
            <a:p>
              <a:pPr indent="0" lvl="0" marL="0" marR="0" rtl="0" algn="ctr">
                <a:lnSpc>
                  <a:spcPct val="140022"/>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05</a:t>
              </a:r>
              <a:endParaRPr b="0" i="0" sz="700" u="none" cap="none" strike="noStrike">
                <a:solidFill>
                  <a:srgbClr val="000000"/>
                </a:solidFill>
                <a:latin typeface="Arial"/>
                <a:ea typeface="Arial"/>
                <a:cs typeface="Arial"/>
                <a:sym typeface="Arial"/>
              </a:endParaRPr>
            </a:p>
          </p:txBody>
        </p:sp>
      </p:grpSp>
      <p:pic>
        <p:nvPicPr>
          <p:cNvPr id="239" name="Google Shape;239;p20" title="Group 1 (2).png"/>
          <p:cNvPicPr preferRelativeResize="0"/>
          <p:nvPr/>
        </p:nvPicPr>
        <p:blipFill>
          <a:blip r:embed="rId6">
            <a:alphaModFix/>
          </a:blip>
          <a:stretch>
            <a:fillRect/>
          </a:stretch>
        </p:blipFill>
        <p:spPr>
          <a:xfrm>
            <a:off x="191826" y="137500"/>
            <a:ext cx="1581300" cy="327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21"/>
          <p:cNvPicPr preferRelativeResize="0"/>
          <p:nvPr/>
        </p:nvPicPr>
        <p:blipFill rotWithShape="1">
          <a:blip r:embed="rId3">
            <a:alphaModFix amt="14000"/>
          </a:blip>
          <a:srcRect b="15957" l="6448" r="48800" t="20895"/>
          <a:stretch/>
        </p:blipFill>
        <p:spPr>
          <a:xfrm rot="10429866">
            <a:off x="-32378" y="503474"/>
            <a:ext cx="3823680" cy="5183943"/>
          </a:xfrm>
          <a:prstGeom prst="rect">
            <a:avLst/>
          </a:prstGeom>
          <a:noFill/>
          <a:ln>
            <a:noFill/>
          </a:ln>
        </p:spPr>
      </p:pic>
      <p:pic>
        <p:nvPicPr>
          <p:cNvPr id="245" name="Google Shape;245;p21"/>
          <p:cNvPicPr preferRelativeResize="0"/>
          <p:nvPr/>
        </p:nvPicPr>
        <p:blipFill rotWithShape="1">
          <a:blip r:embed="rId3">
            <a:alphaModFix amt="26000"/>
          </a:blip>
          <a:srcRect b="15957" l="6448" r="48800" t="20895"/>
          <a:stretch/>
        </p:blipFill>
        <p:spPr>
          <a:xfrm rot="5400000">
            <a:off x="5415079" y="1217503"/>
            <a:ext cx="3180485" cy="4311931"/>
          </a:xfrm>
          <a:prstGeom prst="rect">
            <a:avLst/>
          </a:prstGeom>
          <a:noFill/>
          <a:ln>
            <a:noFill/>
          </a:ln>
        </p:spPr>
      </p:pic>
      <p:pic>
        <p:nvPicPr>
          <p:cNvPr id="246" name="Google Shape;246;p21"/>
          <p:cNvPicPr preferRelativeResize="0"/>
          <p:nvPr/>
        </p:nvPicPr>
        <p:blipFill rotWithShape="1">
          <a:blip r:embed="rId3">
            <a:alphaModFix amt="26000"/>
          </a:blip>
          <a:srcRect b="15957" l="6448" r="48800" t="20895"/>
          <a:stretch/>
        </p:blipFill>
        <p:spPr>
          <a:xfrm rot="-3046970">
            <a:off x="2283652" y="-2479064"/>
            <a:ext cx="3951110" cy="5356705"/>
          </a:xfrm>
          <a:prstGeom prst="rect">
            <a:avLst/>
          </a:prstGeom>
          <a:noFill/>
          <a:ln>
            <a:noFill/>
          </a:ln>
        </p:spPr>
      </p:pic>
      <p:sp>
        <p:nvSpPr>
          <p:cNvPr id="247" name="Google Shape;247;p21"/>
          <p:cNvSpPr txBox="1"/>
          <p:nvPr/>
        </p:nvSpPr>
        <p:spPr>
          <a:xfrm>
            <a:off x="547273" y="2740703"/>
            <a:ext cx="7553400" cy="277200"/>
          </a:xfrm>
          <a:prstGeom prst="rect">
            <a:avLst/>
          </a:prstGeom>
          <a:noFill/>
          <a:ln>
            <a:noFill/>
          </a:ln>
        </p:spPr>
        <p:txBody>
          <a:bodyPr anchorCtr="0" anchor="t" bIns="0" lIns="0" spcFirstLastPara="1" rIns="0" wrap="square" tIns="0">
            <a:spAutoFit/>
          </a:bodyPr>
          <a:lstStyle/>
          <a:p>
            <a:pPr indent="0" lvl="0" marL="0" marR="0" rtl="0" algn="l">
              <a:lnSpc>
                <a:spcPct val="139994"/>
              </a:lnSpc>
              <a:spcBef>
                <a:spcPts val="0"/>
              </a:spcBef>
              <a:spcAft>
                <a:spcPts val="0"/>
              </a:spcAft>
              <a:buClr>
                <a:srgbClr val="000000"/>
              </a:buClr>
              <a:buSzPts val="1800"/>
              <a:buFont typeface="Arial"/>
              <a:buNone/>
            </a:pPr>
            <a:r>
              <a:rPr b="0" i="0" lang="en" sz="1800" u="none" cap="none" strike="noStrike">
                <a:solidFill>
                  <a:srgbClr val="3E3582"/>
                </a:solidFill>
                <a:latin typeface="DM Sans"/>
                <a:ea typeface="DM Sans"/>
                <a:cs typeface="DM Sans"/>
                <a:sym typeface="DM Sans"/>
              </a:rPr>
              <a:t>Submission by:</a:t>
            </a:r>
            <a:endParaRPr b="0" i="0" sz="700" u="none" cap="none" strike="noStrike">
              <a:solidFill>
                <a:srgbClr val="000000"/>
              </a:solidFill>
              <a:latin typeface="Arial"/>
              <a:ea typeface="Arial"/>
              <a:cs typeface="Arial"/>
              <a:sym typeface="Arial"/>
            </a:endParaRPr>
          </a:p>
        </p:txBody>
      </p:sp>
      <p:sp>
        <p:nvSpPr>
          <p:cNvPr id="248" name="Google Shape;248;p21"/>
          <p:cNvSpPr txBox="1"/>
          <p:nvPr/>
        </p:nvSpPr>
        <p:spPr>
          <a:xfrm>
            <a:off x="543849" y="3348990"/>
            <a:ext cx="7553400" cy="131430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Clr>
                <a:srgbClr val="000000"/>
              </a:buClr>
              <a:buSzPts val="1400"/>
              <a:buFont typeface="Arial"/>
              <a:buNone/>
            </a:pPr>
            <a:r>
              <a:rPr b="0" i="0" lang="en" sz="1400" u="none" cap="none" strike="noStrike">
                <a:solidFill>
                  <a:srgbClr val="3E3582"/>
                </a:solidFill>
                <a:latin typeface="DM Sans"/>
                <a:ea typeface="DM Sans"/>
                <a:cs typeface="DM Sans"/>
                <a:sym typeface="DM Sans"/>
              </a:rPr>
              <a:t>Sample text 1</a:t>
            </a:r>
            <a:endParaRPr b="0" i="0" sz="700" u="none" cap="none" strike="noStrike">
              <a:solidFill>
                <a:srgbClr val="000000"/>
              </a:solidFill>
              <a:latin typeface="Arial"/>
              <a:ea typeface="Arial"/>
              <a:cs typeface="Arial"/>
              <a:sym typeface="Arial"/>
            </a:endParaRPr>
          </a:p>
          <a:p>
            <a:pPr indent="0" lvl="0" marL="0" marR="0" rtl="0" algn="l">
              <a:lnSpc>
                <a:spcPct val="139962"/>
              </a:lnSpc>
              <a:spcBef>
                <a:spcPts val="0"/>
              </a:spcBef>
              <a:spcAft>
                <a:spcPts val="0"/>
              </a:spcAft>
              <a:buClr>
                <a:srgbClr val="000000"/>
              </a:buClr>
              <a:buSzPts val="1400"/>
              <a:buFont typeface="Arial"/>
              <a:buNone/>
            </a:pPr>
            <a:r>
              <a:rPr b="0" i="0" lang="en" sz="1400" u="none" cap="none" strike="noStrike">
                <a:solidFill>
                  <a:srgbClr val="3E3582"/>
                </a:solidFill>
                <a:latin typeface="DM Sans"/>
                <a:ea typeface="DM Sans"/>
                <a:cs typeface="DM Sans"/>
                <a:sym typeface="DM Sans"/>
              </a:rPr>
              <a:t>Sample text 2</a:t>
            </a:r>
            <a:endParaRPr b="0" i="0" sz="700" u="none" cap="none" strike="noStrike">
              <a:solidFill>
                <a:srgbClr val="000000"/>
              </a:solidFill>
              <a:latin typeface="Arial"/>
              <a:ea typeface="Arial"/>
              <a:cs typeface="Arial"/>
              <a:sym typeface="Arial"/>
            </a:endParaRPr>
          </a:p>
          <a:p>
            <a:pPr indent="0" lvl="0" marL="0" marR="0" rtl="0" algn="l">
              <a:lnSpc>
                <a:spcPct val="139962"/>
              </a:lnSpc>
              <a:spcBef>
                <a:spcPts val="0"/>
              </a:spcBef>
              <a:spcAft>
                <a:spcPts val="0"/>
              </a:spcAft>
              <a:buClr>
                <a:srgbClr val="000000"/>
              </a:buClr>
              <a:buSzPts val="1400"/>
              <a:buFont typeface="Arial"/>
              <a:buNone/>
            </a:pPr>
            <a:r>
              <a:rPr b="0" i="0" lang="en" sz="1400" u="none" cap="none" strike="noStrike">
                <a:solidFill>
                  <a:srgbClr val="3E3582"/>
                </a:solidFill>
                <a:latin typeface="DM Sans"/>
                <a:ea typeface="DM Sans"/>
                <a:cs typeface="DM Sans"/>
                <a:sym typeface="DM Sans"/>
              </a:rPr>
              <a:t>Sample text 3</a:t>
            </a:r>
            <a:endParaRPr b="0" i="0" sz="700" u="none" cap="none" strike="noStrike">
              <a:solidFill>
                <a:srgbClr val="000000"/>
              </a:solidFill>
              <a:latin typeface="Arial"/>
              <a:ea typeface="Arial"/>
              <a:cs typeface="Arial"/>
              <a:sym typeface="Arial"/>
            </a:endParaRPr>
          </a:p>
          <a:p>
            <a:pPr indent="0" lvl="0" marL="0" marR="0" rtl="0" algn="l">
              <a:lnSpc>
                <a:spcPct val="139962"/>
              </a:lnSpc>
              <a:spcBef>
                <a:spcPts val="0"/>
              </a:spcBef>
              <a:spcAft>
                <a:spcPts val="0"/>
              </a:spcAft>
              <a:buClr>
                <a:srgbClr val="000000"/>
              </a:buClr>
              <a:buSzPts val="1400"/>
              <a:buFont typeface="Arial"/>
              <a:buNone/>
            </a:pPr>
            <a:r>
              <a:t/>
            </a:r>
            <a:endParaRPr b="0" i="0" sz="1400" u="none" cap="none" strike="noStrike">
              <a:solidFill>
                <a:srgbClr val="3E3582"/>
              </a:solidFill>
              <a:latin typeface="DM Sans"/>
              <a:ea typeface="DM Sans"/>
              <a:cs typeface="DM Sans"/>
              <a:sym typeface="DM Sans"/>
            </a:endParaRPr>
          </a:p>
          <a:p>
            <a:pPr indent="0" lvl="0" marL="0" marR="0" rtl="0" algn="l">
              <a:lnSpc>
                <a:spcPct val="139962"/>
              </a:lnSpc>
              <a:spcBef>
                <a:spcPts val="0"/>
              </a:spcBef>
              <a:spcAft>
                <a:spcPts val="0"/>
              </a:spcAft>
              <a:buClr>
                <a:srgbClr val="000000"/>
              </a:buClr>
              <a:buSzPts val="1400"/>
              <a:buFont typeface="Arial"/>
              <a:buNone/>
            </a:pPr>
            <a:r>
              <a:t/>
            </a:r>
            <a:endParaRPr b="0" i="0" sz="700" u="none" cap="none" strike="noStrike">
              <a:solidFill>
                <a:srgbClr val="000000"/>
              </a:solidFill>
              <a:latin typeface="Arial"/>
              <a:ea typeface="Arial"/>
              <a:cs typeface="Arial"/>
              <a:sym typeface="Arial"/>
            </a:endParaRPr>
          </a:p>
        </p:txBody>
      </p:sp>
      <p:pic>
        <p:nvPicPr>
          <p:cNvPr id="249" name="Google Shape;249;p21"/>
          <p:cNvPicPr preferRelativeResize="0"/>
          <p:nvPr/>
        </p:nvPicPr>
        <p:blipFill rotWithShape="1">
          <a:blip r:embed="rId4">
            <a:alphaModFix/>
          </a:blip>
          <a:srcRect b="0" l="0" r="0" t="0"/>
          <a:stretch/>
        </p:blipFill>
        <p:spPr>
          <a:xfrm>
            <a:off x="5909599" y="199288"/>
            <a:ext cx="3435089" cy="1930193"/>
          </a:xfrm>
          <a:prstGeom prst="rect">
            <a:avLst/>
          </a:prstGeom>
          <a:noFill/>
          <a:ln>
            <a:noFill/>
          </a:ln>
        </p:spPr>
      </p:pic>
      <p:grpSp>
        <p:nvGrpSpPr>
          <p:cNvPr id="250" name="Google Shape;250;p21"/>
          <p:cNvGrpSpPr/>
          <p:nvPr/>
        </p:nvGrpSpPr>
        <p:grpSpPr>
          <a:xfrm>
            <a:off x="-608" y="4963708"/>
            <a:ext cx="9150250" cy="197571"/>
            <a:chOff x="-9601202" y="5296585"/>
            <a:chExt cx="18481619" cy="395143"/>
          </a:xfrm>
        </p:grpSpPr>
        <p:pic>
          <p:nvPicPr>
            <p:cNvPr id="251" name="Google Shape;251;p21"/>
            <p:cNvPicPr preferRelativeResize="0"/>
            <p:nvPr/>
          </p:nvPicPr>
          <p:blipFill rotWithShape="1">
            <a:blip r:embed="rId5">
              <a:alphaModFix/>
            </a:blip>
            <a:srcRect b="0" l="1857" r="95783" t="0"/>
            <a:stretch/>
          </p:blipFill>
          <p:spPr>
            <a:xfrm rot="5400000">
              <a:off x="-5086036" y="781418"/>
              <a:ext cx="395141" cy="9425473"/>
            </a:xfrm>
            <a:prstGeom prst="rect">
              <a:avLst/>
            </a:prstGeom>
            <a:noFill/>
            <a:ln>
              <a:noFill/>
            </a:ln>
          </p:spPr>
        </p:pic>
        <p:pic>
          <p:nvPicPr>
            <p:cNvPr id="252" name="Google Shape;252;p21"/>
            <p:cNvPicPr preferRelativeResize="0"/>
            <p:nvPr/>
          </p:nvPicPr>
          <p:blipFill rotWithShape="1">
            <a:blip r:embed="rId5">
              <a:alphaModFix/>
            </a:blip>
            <a:srcRect b="0" l="92964" r="4675" t="0"/>
            <a:stretch/>
          </p:blipFill>
          <p:spPr>
            <a:xfrm rot="5400000">
              <a:off x="4066910" y="878219"/>
              <a:ext cx="395141" cy="9231875"/>
            </a:xfrm>
            <a:prstGeom prst="rect">
              <a:avLst/>
            </a:prstGeom>
            <a:noFill/>
            <a:ln>
              <a:noFill/>
            </a:ln>
          </p:spPr>
        </p:pic>
      </p:grpSp>
      <p:cxnSp>
        <p:nvCxnSpPr>
          <p:cNvPr id="253" name="Google Shape;253;p21"/>
          <p:cNvCxnSpPr/>
          <p:nvPr/>
        </p:nvCxnSpPr>
        <p:spPr>
          <a:xfrm>
            <a:off x="531920" y="3242030"/>
            <a:ext cx="7621800" cy="0"/>
          </a:xfrm>
          <a:prstGeom prst="straightConnector1">
            <a:avLst/>
          </a:prstGeom>
          <a:noFill/>
          <a:ln cap="flat" cmpd="sng" w="9525">
            <a:solidFill>
              <a:srgbClr val="E047D3"/>
            </a:solidFill>
            <a:prstDash val="solid"/>
            <a:round/>
            <a:headEnd len="sm" w="sm" type="none"/>
            <a:tailEnd len="sm" w="sm" type="none"/>
          </a:ln>
        </p:spPr>
      </p:cxnSp>
      <p:pic>
        <p:nvPicPr>
          <p:cNvPr id="254" name="Google Shape;254;p21" title="Group 1 (2).png"/>
          <p:cNvPicPr preferRelativeResize="0"/>
          <p:nvPr/>
        </p:nvPicPr>
        <p:blipFill>
          <a:blip r:embed="rId6">
            <a:alphaModFix/>
          </a:blip>
          <a:stretch>
            <a:fillRect/>
          </a:stretch>
        </p:blipFill>
        <p:spPr>
          <a:xfrm>
            <a:off x="191826" y="137500"/>
            <a:ext cx="1581300" cy="327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